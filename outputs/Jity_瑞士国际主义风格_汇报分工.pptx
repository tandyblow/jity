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44c30468b74e3c" /><Relationship Type="http://schemas.openxmlformats.org/officeDocument/2006/relationships/extended-properties" Target="/docProps/app.xml" Id="Rdd081e5835754273" /><Relationship Type="http://schemas.openxmlformats.org/officeDocument/2006/relationships/officeDocument" Target="/ppt/presentation.xml" Id="Rba1a61336e7b4f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eb5c0a78e84cd3"/>
  </p:sldMasterIdLst>
  <p:notesMasterIdLst>
    <p:notesMasterId xmlns:r="http://schemas.openxmlformats.org/officeDocument/2006/relationships" r:id="R508a14cc2755463a"/>
  </p:notesMasterIdLst>
  <p:sldIdLst>
    <p:sldId xmlns:r="http://schemas.openxmlformats.org/officeDocument/2006/relationships" id="256" r:id="Rfdbbad3b8dde4b22"/>
    <p:sldId xmlns:r="http://schemas.openxmlformats.org/officeDocument/2006/relationships" id="257" r:id="R3b81fd966ee8489f"/>
    <p:sldId xmlns:r="http://schemas.openxmlformats.org/officeDocument/2006/relationships" id="258" r:id="R06e76d379a8b49a8"/>
    <p:sldId xmlns:r="http://schemas.openxmlformats.org/officeDocument/2006/relationships" id="259" r:id="R40ceaa125b464791"/>
    <p:sldId xmlns:r="http://schemas.openxmlformats.org/officeDocument/2006/relationships" id="260" r:id="Rf4ad7cb3475b4515"/>
    <p:sldId xmlns:r="http://schemas.openxmlformats.org/officeDocument/2006/relationships" id="261" r:id="R58f81d8a6b754703"/>
    <p:sldId xmlns:r="http://schemas.openxmlformats.org/officeDocument/2006/relationships" id="262" r:id="R42fe2571fea14604"/>
    <p:sldId xmlns:r="http://schemas.openxmlformats.org/officeDocument/2006/relationships" id="263" r:id="R4ee65adb38214fb5"/>
    <p:sldId xmlns:r="http://schemas.openxmlformats.org/officeDocument/2006/relationships" id="264" r:id="Rd3b6a797546e45a0"/>
    <p:sldId xmlns:r="http://schemas.openxmlformats.org/officeDocument/2006/relationships" id="265" r:id="Rd1ad469ad49a4e82"/>
    <p:sldId xmlns:r="http://schemas.openxmlformats.org/officeDocument/2006/relationships" id="266" r:id="R27f85a7b70f445b8"/>
    <p:sldId xmlns:r="http://schemas.openxmlformats.org/officeDocument/2006/relationships" id="267" r:id="R103538b211b147cf"/>
    <p:sldId xmlns:r="http://schemas.openxmlformats.org/officeDocument/2006/relationships" id="268" r:id="R2e0dc3ca8ce84982"/>
    <p:sldId xmlns:r="http://schemas.openxmlformats.org/officeDocument/2006/relationships" id="269" r:id="R7024381544f04c96"/>
    <p:sldId xmlns:r="http://schemas.openxmlformats.org/officeDocument/2006/relationships" id="270" r:id="R1d16bd1476774bcf"/>
    <p:sldId xmlns:r="http://schemas.openxmlformats.org/officeDocument/2006/relationships" id="271" r:id="Raedcff35694d40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f28f0d3a694d73" /><Relationship Type="http://schemas.openxmlformats.org/officeDocument/2006/relationships/slideMaster" Target="/ppt/slideMasters/slideMaster1.xml" Id="Rbeeb5c0a78e84cd3" /><Relationship Type="http://schemas.openxmlformats.org/officeDocument/2006/relationships/notesMaster" Target="/ppt/notesMasters/notesMaster1.xml" Id="R508a14cc2755463a" /><Relationship Type="http://schemas.openxmlformats.org/officeDocument/2006/relationships/presProps" Target="/ppt/presProps.xml" Id="R6d099d2f1f2049fe" /><Relationship Type="http://schemas.openxmlformats.org/officeDocument/2006/relationships/tableStyles" Target="/ppt/tableStyles.xml" Id="R7a7acc68dccd4e39" /><Relationship Type="http://schemas.openxmlformats.org/officeDocument/2006/relationships/slide" Target="/ppt/slides/slide1.xml" Id="Rfdbbad3b8dde4b22" /><Relationship Type="http://schemas.openxmlformats.org/officeDocument/2006/relationships/slide" Target="/ppt/slides/slide2.xml" Id="R3b81fd966ee8489f" /><Relationship Type="http://schemas.openxmlformats.org/officeDocument/2006/relationships/slide" Target="/ppt/slides/slide3.xml" Id="R06e76d379a8b49a8" /><Relationship Type="http://schemas.openxmlformats.org/officeDocument/2006/relationships/slide" Target="/ppt/slides/slide4.xml" Id="R40ceaa125b464791" /><Relationship Type="http://schemas.openxmlformats.org/officeDocument/2006/relationships/slide" Target="/ppt/slides/slide5.xml" Id="Rf4ad7cb3475b4515" /><Relationship Type="http://schemas.openxmlformats.org/officeDocument/2006/relationships/slide" Target="/ppt/slides/slide6.xml" Id="R58f81d8a6b754703" /><Relationship Type="http://schemas.openxmlformats.org/officeDocument/2006/relationships/slide" Target="/ppt/slides/slide7.xml" Id="R42fe2571fea14604" /><Relationship Type="http://schemas.openxmlformats.org/officeDocument/2006/relationships/slide" Target="/ppt/slides/slide8.xml" Id="R4ee65adb38214fb5" /><Relationship Type="http://schemas.openxmlformats.org/officeDocument/2006/relationships/slide" Target="/ppt/slides/slide9.xml" Id="Rd3b6a797546e45a0" /><Relationship Type="http://schemas.openxmlformats.org/officeDocument/2006/relationships/slide" Target="/ppt/slides/slide10.xml" Id="Rd1ad469ad49a4e82" /><Relationship Type="http://schemas.openxmlformats.org/officeDocument/2006/relationships/slide" Target="/ppt/slides/slide11.xml" Id="R27f85a7b70f445b8" /><Relationship Type="http://schemas.openxmlformats.org/officeDocument/2006/relationships/slide" Target="/ppt/slides/slide12.xml" Id="R103538b211b147cf" /><Relationship Type="http://schemas.openxmlformats.org/officeDocument/2006/relationships/slide" Target="/ppt/slides/slide13.xml" Id="R2e0dc3ca8ce84982" /><Relationship Type="http://schemas.openxmlformats.org/officeDocument/2006/relationships/slide" Target="/ppt/slides/slide14.xml" Id="R7024381544f04c96" /><Relationship Type="http://schemas.openxmlformats.org/officeDocument/2006/relationships/slide" Target="/ppt/slides/slide15.xml" Id="R1d16bd1476774bcf" /><Relationship Type="http://schemas.openxmlformats.org/officeDocument/2006/relationships/slide" Target="/ppt/slides/slide16.xml" Id="Raedcff35694d40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4f33470ffd49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519b8909f84bd2" /><Relationship Type="http://schemas.openxmlformats.org/officeDocument/2006/relationships/notesMaster" Target="/ppt/notesMasters/notesMaster1.xml" Id="R9d35da2edf2a4d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7a5e6d917431e" /><Relationship Type="http://schemas.openxmlformats.org/officeDocument/2006/relationships/notesMaster" Target="/ppt/notesMasters/notesMaster1.xml" Id="R1cc8ba753cbc4e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77c000791e4b23" /><Relationship Type="http://schemas.openxmlformats.org/officeDocument/2006/relationships/notesMaster" Target="/ppt/notesMasters/notesMaster1.xml" Id="R151ee64286954e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3fc057ce064e87" /><Relationship Type="http://schemas.openxmlformats.org/officeDocument/2006/relationships/notesMaster" Target="/ppt/notesMasters/notesMaster1.xml" Id="R1286df802cfe4c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e1a905fbcf42dc" /><Relationship Type="http://schemas.openxmlformats.org/officeDocument/2006/relationships/notesMaster" Target="/ppt/notesMasters/notesMaster1.xml" Id="Rd3c9b88f82db46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417e62b8c54a52" /><Relationship Type="http://schemas.openxmlformats.org/officeDocument/2006/relationships/notesMaster" Target="/ppt/notesMasters/notesMaster1.xml" Id="Rfd3d1039b93b43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9ba1067d1a4976" /><Relationship Type="http://schemas.openxmlformats.org/officeDocument/2006/relationships/notesMaster" Target="/ppt/notesMasters/notesMaster1.xml" Id="R5be89cb6e2dc42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2f7cb825dc4ce5" /><Relationship Type="http://schemas.openxmlformats.org/officeDocument/2006/relationships/notesMaster" Target="/ppt/notesMasters/notesMaster1.xml" Id="R981f9a4ef5354b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b2a031c02f4fe4" /><Relationship Type="http://schemas.openxmlformats.org/officeDocument/2006/relationships/notesMaster" Target="/ppt/notesMasters/notesMaster1.xml" Id="Rdbe0049ba89342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57092a7cf34dd2" /><Relationship Type="http://schemas.openxmlformats.org/officeDocument/2006/relationships/notesMaster" Target="/ppt/notesMasters/notesMaster1.xml" Id="Rf5eac348050149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59120b5b904409" /><Relationship Type="http://schemas.openxmlformats.org/officeDocument/2006/relationships/notesMaster" Target="/ppt/notesMasters/notesMaster1.xml" Id="R7fbd78bef51f44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20ba1c305d4ab1" /><Relationship Type="http://schemas.openxmlformats.org/officeDocument/2006/relationships/notesMaster" Target="/ppt/notesMasters/notesMaster1.xml" Id="R9425791147684f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788f591045462b" /><Relationship Type="http://schemas.openxmlformats.org/officeDocument/2006/relationships/notesMaster" Target="/ppt/notesMasters/notesMaster1.xml" Id="Ra4262318457648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02e6ba456f463d" /><Relationship Type="http://schemas.openxmlformats.org/officeDocument/2006/relationships/notesMaster" Target="/ppt/notesMasters/notesMaster1.xml" Id="R99266a8c194342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e89ed67d824b98" /><Relationship Type="http://schemas.openxmlformats.org/officeDocument/2006/relationships/notesMaster" Target="/ppt/notesMasters/notesMaster1.xml" Id="Rca54c162fbb449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0ffbd8c548416f" /><Relationship Type="http://schemas.openxmlformats.org/officeDocument/2006/relationships/notesMaster" Target="/ppt/notesMasters/notesMaster1.xml" Id="R1d324b2c371b41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c8bbdbec44f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066c561bf2414f" /><Relationship Type="http://schemas.openxmlformats.org/officeDocument/2006/relationships/slideLayout" Target="/ppt/slideLayouts/slideLayout1.xml" Id="R9cff5db0db054c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ff5db0db054c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3ee818fcb4e06" /><Relationship Type="http://schemas.openxmlformats.org/officeDocument/2006/relationships/notesSlide" Target="/ppt/notesSlides/notesSlide1.xml" Id="R88c1ad95a2cd40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41af0e84f43be" /><Relationship Type="http://schemas.openxmlformats.org/officeDocument/2006/relationships/notesSlide" Target="/ppt/notesSlides/notesSlide2.xml" Id="R4d399275c39841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caf5f93794eb6" /><Relationship Type="http://schemas.openxmlformats.org/officeDocument/2006/relationships/notesSlide" Target="/ppt/notesSlides/notesSlide3.xml" Id="R16400aa3f26a4e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436f9e54240fb" /><Relationship Type="http://schemas.openxmlformats.org/officeDocument/2006/relationships/notesSlide" Target="/ppt/notesSlides/notesSlide4.xml" Id="R464adc730e694f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2abb0ac4a44bb" /><Relationship Type="http://schemas.openxmlformats.org/officeDocument/2006/relationships/notesSlide" Target="/ppt/notesSlides/notesSlide5.xml" Id="R5adb00c529fb4c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a82f199c44eec" /><Relationship Type="http://schemas.openxmlformats.org/officeDocument/2006/relationships/notesSlide" Target="/ppt/notesSlides/notesSlide6.xml" Id="R5ec0ef53b1aa46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206eca10c480e" /><Relationship Type="http://schemas.openxmlformats.org/officeDocument/2006/relationships/notesSlide" Target="/ppt/notesSlides/notesSlide7.xml" Id="Reb7a2d20828048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7e611679540c9" /><Relationship Type="http://schemas.openxmlformats.org/officeDocument/2006/relationships/notesSlide" Target="/ppt/notesSlides/notesSlide8.xml" Id="R8a7297a39a0b47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52a1fa5014d2f" /><Relationship Type="http://schemas.openxmlformats.org/officeDocument/2006/relationships/notesSlide" Target="/ppt/notesSlides/notesSlide9.xml" Id="R44a714e4fadb4b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5e8526e9e4128" /><Relationship Type="http://schemas.openxmlformats.org/officeDocument/2006/relationships/notesSlide" Target="/ppt/notesSlides/notesSlide10.xml" Id="R7d5ce98d26eb49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394bfbb8f4692" /><Relationship Type="http://schemas.openxmlformats.org/officeDocument/2006/relationships/notesSlide" Target="/ppt/notesSlides/notesSlide11.xml" Id="R84fc9ef5122247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45832e38b4f7c" /><Relationship Type="http://schemas.openxmlformats.org/officeDocument/2006/relationships/notesSlide" Target="/ppt/notesSlides/notesSlide12.xml" Id="R6aaac9e6a1cf40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cebd9bc0e4845" /><Relationship Type="http://schemas.openxmlformats.org/officeDocument/2006/relationships/notesSlide" Target="/ppt/notesSlides/notesSlide13.xml" Id="R4a181de4c36243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585cc2a0c496e" /><Relationship Type="http://schemas.openxmlformats.org/officeDocument/2006/relationships/notesSlide" Target="/ppt/notesSlides/notesSlide14.xml" Id="R78e75f93fb8b4d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fa27772304ebc" /><Relationship Type="http://schemas.openxmlformats.org/officeDocument/2006/relationships/notesSlide" Target="/ppt/notesSlides/notesSlide15.xml" Id="R97fd1d811b1040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f464b9d3744be" /><Relationship Type="http://schemas.openxmlformats.org/officeDocument/2006/relationships/notesSlide" Target="/ppt/notesSlides/notesSlide16.xml" Id="Rc0fe4ded4eea4f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F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CAD0FA-040E-414F-8820-749B9538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rid-h-0">
            <a:extLst xmlns:a="http://schemas.openxmlformats.org/drawingml/2006/main">
              <a:ext uri="{FF2B5EF4-FFF2-40B4-BE49-F238E27FC236}">
                <a16:creationId xmlns:a16="http://schemas.microsoft.com/office/drawing/2014/main" id="{48D8BF6C-7D6B-42E0-B85F-10F037DC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" name="cover-grid-h-1">
            <a:extLst xmlns:a="http://schemas.openxmlformats.org/drawingml/2006/main">
              <a:ext uri="{FF2B5EF4-FFF2-40B4-BE49-F238E27FC236}">
                <a16:creationId xmlns:a16="http://schemas.microsoft.com/office/drawing/2014/main" id="{6ECBDA25-A7DC-40C3-ACEF-E1ADF9D7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cover-grid-h-2">
            <a:extLst xmlns:a="http://schemas.openxmlformats.org/drawingml/2006/main">
              <a:ext uri="{FF2B5EF4-FFF2-40B4-BE49-F238E27FC236}">
                <a16:creationId xmlns:a16="http://schemas.microsoft.com/office/drawing/2014/main" id="{D2697D92-6C71-491C-A5AE-6A8121C6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5" name="cover-grid-h-3">
            <a:extLst xmlns:a="http://schemas.openxmlformats.org/drawingml/2006/main">
              <a:ext uri="{FF2B5EF4-FFF2-40B4-BE49-F238E27FC236}">
                <a16:creationId xmlns:a16="http://schemas.microsoft.com/office/drawing/2014/main" id="{62C867D0-1372-43F9-B41C-C6D070AE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cover-grid-h-4">
            <a:extLst xmlns:a="http://schemas.openxmlformats.org/drawingml/2006/main">
              <a:ext uri="{FF2B5EF4-FFF2-40B4-BE49-F238E27FC236}">
                <a16:creationId xmlns:a16="http://schemas.microsoft.com/office/drawing/2014/main" id="{7B24681F-7926-43DF-A6A4-9780BCAF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7" name="cover-grid-h-5">
            <a:extLst xmlns:a="http://schemas.openxmlformats.org/drawingml/2006/main">
              <a:ext uri="{FF2B5EF4-FFF2-40B4-BE49-F238E27FC236}">
                <a16:creationId xmlns:a16="http://schemas.microsoft.com/office/drawing/2014/main" id="{5D9AF944-6C3A-4217-912F-02E3708E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cover-grid-h-6">
            <a:extLst xmlns:a="http://schemas.openxmlformats.org/drawingml/2006/main">
              <a:ext uri="{FF2B5EF4-FFF2-40B4-BE49-F238E27FC236}">
                <a16:creationId xmlns:a16="http://schemas.microsoft.com/office/drawing/2014/main" id="{B38C6A86-691C-4C2B-A142-4C6D429A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cover-grid-h-7">
            <a:extLst xmlns:a="http://schemas.openxmlformats.org/drawingml/2006/main">
              <a:ext uri="{FF2B5EF4-FFF2-40B4-BE49-F238E27FC236}">
                <a16:creationId xmlns:a16="http://schemas.microsoft.com/office/drawing/2014/main" id="{51930035-636C-400F-8649-26DF3ED1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cover-grid-h-8">
            <a:extLst xmlns:a="http://schemas.openxmlformats.org/drawingml/2006/main">
              <a:ext uri="{FF2B5EF4-FFF2-40B4-BE49-F238E27FC236}">
                <a16:creationId xmlns:a16="http://schemas.microsoft.com/office/drawing/2014/main" id="{E0918B4F-B3CA-4984-A022-2FEA070C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cover-grid-h-9">
            <a:extLst xmlns:a="http://schemas.openxmlformats.org/drawingml/2006/main">
              <a:ext uri="{FF2B5EF4-FFF2-40B4-BE49-F238E27FC236}">
                <a16:creationId xmlns:a16="http://schemas.microsoft.com/office/drawing/2014/main" id="{4EB1D4DC-2E88-4F16-A623-8B5356EB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cover-grid-h-10">
            <a:extLst xmlns:a="http://schemas.openxmlformats.org/drawingml/2006/main">
              <a:ext uri="{FF2B5EF4-FFF2-40B4-BE49-F238E27FC236}">
                <a16:creationId xmlns:a16="http://schemas.microsoft.com/office/drawing/2014/main" id="{EC6F535B-5BAD-4EB2-9F78-B4F07234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3" name="cover-grid-h-11">
            <a:extLst xmlns:a="http://schemas.openxmlformats.org/drawingml/2006/main">
              <a:ext uri="{FF2B5EF4-FFF2-40B4-BE49-F238E27FC236}">
                <a16:creationId xmlns:a16="http://schemas.microsoft.com/office/drawing/2014/main" id="{A3DBE6C4-6BCE-47C6-8637-D1A6D3F5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cover-grid-h-12">
            <a:extLst xmlns:a="http://schemas.openxmlformats.org/drawingml/2006/main">
              <a:ext uri="{FF2B5EF4-FFF2-40B4-BE49-F238E27FC236}">
                <a16:creationId xmlns:a16="http://schemas.microsoft.com/office/drawing/2014/main" id="{A42BC58A-A11F-4E70-9DCA-41CF18E5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5" name="cover-grid-h-13">
            <a:extLst xmlns:a="http://schemas.openxmlformats.org/drawingml/2006/main">
              <a:ext uri="{FF2B5EF4-FFF2-40B4-BE49-F238E27FC236}">
                <a16:creationId xmlns:a16="http://schemas.microsoft.com/office/drawing/2014/main" id="{7F0E3A37-E8CA-40AB-A024-7D6FB339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cover-grid-h-14">
            <a:extLst xmlns:a="http://schemas.openxmlformats.org/drawingml/2006/main">
              <a:ext uri="{FF2B5EF4-FFF2-40B4-BE49-F238E27FC236}">
                <a16:creationId xmlns:a16="http://schemas.microsoft.com/office/drawing/2014/main" id="{EB26C6EA-9E5C-4771-A384-59D13298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7" name="cover-grid-h-15">
            <a:extLst xmlns:a="http://schemas.openxmlformats.org/drawingml/2006/main">
              <a:ext uri="{FF2B5EF4-FFF2-40B4-BE49-F238E27FC236}">
                <a16:creationId xmlns:a16="http://schemas.microsoft.com/office/drawing/2014/main" id="{1AAFF8BB-8C39-4B5E-8354-1E5ABB85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cover-grid-h-16">
            <a:extLst xmlns:a="http://schemas.openxmlformats.org/drawingml/2006/main">
              <a:ext uri="{FF2B5EF4-FFF2-40B4-BE49-F238E27FC236}">
                <a16:creationId xmlns:a16="http://schemas.microsoft.com/office/drawing/2014/main" id="{BE1949FF-BD1A-4342-B5C8-F9B8A38E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9" name="cover-grid-h-17">
            <a:extLst xmlns:a="http://schemas.openxmlformats.org/drawingml/2006/main">
              <a:ext uri="{FF2B5EF4-FFF2-40B4-BE49-F238E27FC236}">
                <a16:creationId xmlns:a16="http://schemas.microsoft.com/office/drawing/2014/main" id="{512D19D7-410B-4537-9747-355291A1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cover-grid-h-18">
            <a:extLst xmlns:a="http://schemas.openxmlformats.org/drawingml/2006/main">
              <a:ext uri="{FF2B5EF4-FFF2-40B4-BE49-F238E27FC236}">
                <a16:creationId xmlns:a16="http://schemas.microsoft.com/office/drawing/2014/main" id="{B8C0E92F-A15C-4216-8386-39DA8FC8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1" name="cover-grid-h-19">
            <a:extLst xmlns:a="http://schemas.openxmlformats.org/drawingml/2006/main">
              <a:ext uri="{FF2B5EF4-FFF2-40B4-BE49-F238E27FC236}">
                <a16:creationId xmlns:a16="http://schemas.microsoft.com/office/drawing/2014/main" id="{E097B421-90DE-4789-B7A0-B6D9EBFF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2" name="cover-grid-h-20">
            <a:extLst xmlns:a="http://schemas.openxmlformats.org/drawingml/2006/main">
              <a:ext uri="{FF2B5EF4-FFF2-40B4-BE49-F238E27FC236}">
                <a16:creationId xmlns:a16="http://schemas.microsoft.com/office/drawing/2014/main" id="{611B9BEF-5F84-4279-853B-4B180B32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3" name="cover-grid-h-21">
            <a:extLst xmlns:a="http://schemas.openxmlformats.org/drawingml/2006/main">
              <a:ext uri="{FF2B5EF4-FFF2-40B4-BE49-F238E27FC236}">
                <a16:creationId xmlns:a16="http://schemas.microsoft.com/office/drawing/2014/main" id="{BEB90E81-4ABA-4D6D-923E-84C29F72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4" name="cover-grid-h-22">
            <a:extLst xmlns:a="http://schemas.openxmlformats.org/drawingml/2006/main">
              <a:ext uri="{FF2B5EF4-FFF2-40B4-BE49-F238E27FC236}">
                <a16:creationId xmlns:a16="http://schemas.microsoft.com/office/drawing/2014/main" id="{FAC4260C-AF9E-4AB0-8142-F71D7FA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5" name="cover-grid-h-23">
            <a:extLst xmlns:a="http://schemas.openxmlformats.org/drawingml/2006/main">
              <a:ext uri="{FF2B5EF4-FFF2-40B4-BE49-F238E27FC236}">
                <a16:creationId xmlns:a16="http://schemas.microsoft.com/office/drawing/2014/main" id="{28B52D74-0628-4503-9A2A-1B55F03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6" name="cover-grid-h-24">
            <a:extLst xmlns:a="http://schemas.openxmlformats.org/drawingml/2006/main">
              <a:ext uri="{FF2B5EF4-FFF2-40B4-BE49-F238E27FC236}">
                <a16:creationId xmlns:a16="http://schemas.microsoft.com/office/drawing/2014/main" id="{0406C7A1-894A-425E-BC37-594FABAF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7" name="cover-grid-h-25">
            <a:extLst xmlns:a="http://schemas.openxmlformats.org/drawingml/2006/main">
              <a:ext uri="{FF2B5EF4-FFF2-40B4-BE49-F238E27FC236}">
                <a16:creationId xmlns:a16="http://schemas.microsoft.com/office/drawing/2014/main" id="{DD2AE030-DE1A-4F03-9D6A-EBDEA3D4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8" name="cover-grid-v-0">
            <a:extLst xmlns:a="http://schemas.openxmlformats.org/drawingml/2006/main">
              <a:ext uri="{FF2B5EF4-FFF2-40B4-BE49-F238E27FC236}">
                <a16:creationId xmlns:a16="http://schemas.microsoft.com/office/drawing/2014/main" id="{2EF6FEDF-94CA-4711-9698-76157CB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cover-grid-v-1">
            <a:extLst xmlns:a="http://schemas.openxmlformats.org/drawingml/2006/main">
              <a:ext uri="{FF2B5EF4-FFF2-40B4-BE49-F238E27FC236}">
                <a16:creationId xmlns:a16="http://schemas.microsoft.com/office/drawing/2014/main" id="{4D7138B8-0A32-4663-AA5B-A8554EB5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cover-grid-v-2">
            <a:extLst xmlns:a="http://schemas.openxmlformats.org/drawingml/2006/main">
              <a:ext uri="{FF2B5EF4-FFF2-40B4-BE49-F238E27FC236}">
                <a16:creationId xmlns:a16="http://schemas.microsoft.com/office/drawing/2014/main" id="{0EA42E6A-03F3-438A-A7A1-0B9EAC12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cover-grid-v-3">
            <a:extLst xmlns:a="http://schemas.openxmlformats.org/drawingml/2006/main">
              <a:ext uri="{FF2B5EF4-FFF2-40B4-BE49-F238E27FC236}">
                <a16:creationId xmlns:a16="http://schemas.microsoft.com/office/drawing/2014/main" id="{D4C853CC-1307-40A5-A716-E8DC9AEC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cover-grid-v-4">
            <a:extLst xmlns:a="http://schemas.openxmlformats.org/drawingml/2006/main">
              <a:ext uri="{FF2B5EF4-FFF2-40B4-BE49-F238E27FC236}">
                <a16:creationId xmlns:a16="http://schemas.microsoft.com/office/drawing/2014/main" id="{42306640-6B85-427A-99F1-E33DF3C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cover-grid-v-5">
            <a:extLst xmlns:a="http://schemas.openxmlformats.org/drawingml/2006/main">
              <a:ext uri="{FF2B5EF4-FFF2-40B4-BE49-F238E27FC236}">
                <a16:creationId xmlns:a16="http://schemas.microsoft.com/office/drawing/2014/main" id="{5B11A8C1-5BCC-4D2E-BDF5-175DB00B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cover-grid-v-6">
            <a:extLst xmlns:a="http://schemas.openxmlformats.org/drawingml/2006/main">
              <a:ext uri="{FF2B5EF4-FFF2-40B4-BE49-F238E27FC236}">
                <a16:creationId xmlns:a16="http://schemas.microsoft.com/office/drawing/2014/main" id="{8DC400CB-B41B-463D-9139-43E05B72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cover-grid-v-7">
            <a:extLst xmlns:a="http://schemas.openxmlformats.org/drawingml/2006/main">
              <a:ext uri="{FF2B5EF4-FFF2-40B4-BE49-F238E27FC236}">
                <a16:creationId xmlns:a16="http://schemas.microsoft.com/office/drawing/2014/main" id="{78F076B8-3BA4-45BC-A00B-814E41CC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6" name="cover-grid-v-8">
            <a:extLst xmlns:a="http://schemas.openxmlformats.org/drawingml/2006/main">
              <a:ext uri="{FF2B5EF4-FFF2-40B4-BE49-F238E27FC236}">
                <a16:creationId xmlns:a16="http://schemas.microsoft.com/office/drawing/2014/main" id="{4D3436C4-725D-470E-8869-1B7BCE6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cover-grid-v-9">
            <a:extLst xmlns:a="http://schemas.openxmlformats.org/drawingml/2006/main">
              <a:ext uri="{FF2B5EF4-FFF2-40B4-BE49-F238E27FC236}">
                <a16:creationId xmlns:a16="http://schemas.microsoft.com/office/drawing/2014/main" id="{56D955D1-BC18-4A33-B2D6-285F70D0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8" name="cover-grid-v-10">
            <a:extLst xmlns:a="http://schemas.openxmlformats.org/drawingml/2006/main">
              <a:ext uri="{FF2B5EF4-FFF2-40B4-BE49-F238E27FC236}">
                <a16:creationId xmlns:a16="http://schemas.microsoft.com/office/drawing/2014/main" id="{BC5414C2-3D70-4A38-A28E-2910445C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cover-grid-v-11">
            <a:extLst xmlns:a="http://schemas.openxmlformats.org/drawingml/2006/main">
              <a:ext uri="{FF2B5EF4-FFF2-40B4-BE49-F238E27FC236}">
                <a16:creationId xmlns:a16="http://schemas.microsoft.com/office/drawing/2014/main" id="{02C3597D-0973-458B-A53D-BF5C39F2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cover-grid-v-12">
            <a:extLst xmlns:a="http://schemas.openxmlformats.org/drawingml/2006/main">
              <a:ext uri="{FF2B5EF4-FFF2-40B4-BE49-F238E27FC236}">
                <a16:creationId xmlns:a16="http://schemas.microsoft.com/office/drawing/2014/main" id="{361953EE-EE22-4832-B173-9E5F9C93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1" name="cover-grid-v-13">
            <a:extLst xmlns:a="http://schemas.openxmlformats.org/drawingml/2006/main">
              <a:ext uri="{FF2B5EF4-FFF2-40B4-BE49-F238E27FC236}">
                <a16:creationId xmlns:a16="http://schemas.microsoft.com/office/drawing/2014/main" id="{C81D01B2-95C5-4EA1-ADF1-6F73AF84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cover-grid-v-14">
            <a:extLst xmlns:a="http://schemas.openxmlformats.org/drawingml/2006/main">
              <a:ext uri="{FF2B5EF4-FFF2-40B4-BE49-F238E27FC236}">
                <a16:creationId xmlns:a16="http://schemas.microsoft.com/office/drawing/2014/main" id="{86E4B779-142E-417D-834E-1A7BDD8C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3" name="cover-grid-v-15">
            <a:extLst xmlns:a="http://schemas.openxmlformats.org/drawingml/2006/main">
              <a:ext uri="{FF2B5EF4-FFF2-40B4-BE49-F238E27FC236}">
                <a16:creationId xmlns:a16="http://schemas.microsoft.com/office/drawing/2014/main" id="{49C3EB22-AE3C-49E5-B461-F756F412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66750"/>
            <a:ext cx="0" cy="546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4" name="cover-meta-left">
            <a:extLst xmlns:a="http://schemas.openxmlformats.org/drawingml/2006/main">
              <a:ext uri="{FF2B5EF4-FFF2-40B4-BE49-F238E27FC236}">
                <a16:creationId xmlns:a16="http://schemas.microsoft.com/office/drawing/2014/main" id="{FD0A3C87-F8ED-486A-9B6F-C2A3057E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>
                    <a:alpha val="7600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FFFFF">
                    <a:alpha val="76000"/>
                  </a:srgbClr>
                </a:solidFill>
                <a:latin typeface="JetBrains Mono"/>
                <a:ea typeface="JetBrains Mono"/>
                <a:cs typeface="JetBrains Mono"/>
              </a:rPr>
              <a:t>JITY · AI NARRATIVE RPG</a:t>
            </a:r>
          </a:p>
        </p:txBody>
      </p:sp>
      <p:sp>
        <p:nvSpPr>
          <p:cNvPr id="45" name="cover-meta-right">
            <a:extLst xmlns:a="http://schemas.openxmlformats.org/drawingml/2006/main">
              <a:ext uri="{FF2B5EF4-FFF2-40B4-BE49-F238E27FC236}">
                <a16:creationId xmlns:a16="http://schemas.microsoft.com/office/drawing/2014/main" id="{29F7DEFE-EE54-44F2-A3A1-FFB3E07A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7600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FFFFF">
                    <a:alpha val="76000"/>
                  </a:srgbClr>
                </a:solidFill>
                <a:latin typeface="JetBrains Mono"/>
                <a:ea typeface="JetBrains Mono"/>
                <a:cs typeface="JetBrains Mono"/>
              </a:rPr>
              <a:t>SWISS STYLE / EDITABLE PPTX</a:t>
            </a:r>
          </a:p>
        </p:txBody>
      </p:sp>
      <p:sp>
        <p:nvSpPr>
          <p:cNvPr id="4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193E1D2-2CE4-4CA6-9734-D6638377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7524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4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Jity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64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4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阶段汇报</a:t>
            </a:r>
          </a:p>
        </p:txBody>
      </p:sp>
      <p:sp>
        <p:nvSpPr>
          <p:cNvPr id="4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D1D4E62-E67D-420C-847C-737CE845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FFFFFF">
                    <a:alpha val="88000"/>
                  </a:srgbClr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>
                    <a:alpha val="88000"/>
                  </a:srgbClr>
                </a:solidFill>
                <a:latin typeface="Noto Sans SC"/>
                <a:ea typeface="Noto Sans SC"/>
                <a:cs typeface="Noto Sans SC"/>
              </a:rPr>
              <a:t>Demo 视频 + PPT 讲解 + 三份个人报告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FFFFFF">
                    <a:alpha val="88000"/>
                  </a:srgbClr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>
                    <a:alpha val="88000"/>
                  </a:srgbClr>
                </a:solidFill>
                <a:latin typeface="Noto Sans SC"/>
                <a:ea typeface="Noto Sans SC"/>
                <a:cs typeface="Noto Sans SC"/>
              </a:rPr>
              <a:t>三人分工按展示叙事重组，不按真实提交记录划分。</a:t>
            </a:r>
          </a:p>
        </p:txBody>
      </p:sp>
      <p:sp>
        <p:nvSpPr>
          <p:cNvPr id="48" name="cover-bottom-rule">
            <a:extLst xmlns:a="http://schemas.openxmlformats.org/drawingml/2006/main">
              <a:ext uri="{FF2B5EF4-FFF2-40B4-BE49-F238E27FC236}">
                <a16:creationId xmlns:a16="http://schemas.microsoft.com/office/drawing/2014/main" id="{E30A2A13-E15A-4A56-B791-2E480C1B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49" name="cover-bottom-left">
            <a:extLst xmlns:a="http://schemas.openxmlformats.org/drawingml/2006/main">
              <a:ext uri="{FF2B5EF4-FFF2-40B4-BE49-F238E27FC236}">
                <a16:creationId xmlns:a16="http://schemas.microsoft.com/office/drawing/2014/main" id="{16236530-ACA7-4D52-99A1-F9FBE544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7400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FFFFFF">
                    <a:alpha val="74000"/>
                  </a:srgbClr>
                </a:solidFill>
                <a:latin typeface="JetBrains Mono"/>
                <a:ea typeface="JetBrains Mono"/>
                <a:cs typeface="JetBrains Mono"/>
              </a:rPr>
              <a:t>A 产品体验 / B 叙事引擎 / C 内容与验证</a:t>
            </a:r>
          </a:p>
        </p:txBody>
      </p:sp>
      <p:sp>
        <p:nvSpPr>
          <p:cNvPr id="50" name="cover-bottom-right">
            <a:extLst xmlns:a="http://schemas.openxmlformats.org/drawingml/2006/main">
              <a:ext uri="{FF2B5EF4-FFF2-40B4-BE49-F238E27FC236}">
                <a16:creationId xmlns:a16="http://schemas.microsoft.com/office/drawing/2014/main" id="{76412AE1-1B8D-409F-B18A-A08CB721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9626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>
                    <a:alpha val="7400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FFFFFF">
                    <a:alpha val="74000"/>
                  </a:srgbClr>
                </a:solidFill>
                <a:latin typeface="JetBrains Mono"/>
                <a:ea typeface="JetBrains Mono"/>
                <a:cs typeface="JetBrains Mono"/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1977712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2">
            <a:extLst xmlns:a="http://schemas.openxmlformats.org/drawingml/2006/main">
              <a:ext uri="{FF2B5EF4-FFF2-40B4-BE49-F238E27FC236}">
                <a16:creationId xmlns:a16="http://schemas.microsoft.com/office/drawing/2014/main" id="{E5F3B00A-A3E4-40B8-AFF2-4FE2345F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2">
            <a:extLst xmlns:a="http://schemas.openxmlformats.org/drawingml/2006/main">
              <a:ext uri="{FF2B5EF4-FFF2-40B4-BE49-F238E27FC236}">
                <a16:creationId xmlns:a16="http://schemas.microsoft.com/office/drawing/2014/main" id="{42B976F0-53F1-4F3F-B815-576F9F01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02 / 16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CCBB88E7-05C7-49B6-BB6E-7627663F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2">
            <a:extLst xmlns:a="http://schemas.openxmlformats.org/drawingml/2006/main">
              <a:ext uri="{FF2B5EF4-FFF2-40B4-BE49-F238E27FC236}">
                <a16:creationId xmlns:a16="http://schemas.microsoft.com/office/drawing/2014/main" id="{19974EBC-80AB-4549-844D-AFF5CB75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01 / WHY THIS PROJECT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DEB01CCC-2649-4595-A27C-EB47F657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不是聊天机器人，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而是可持续推进的文字跑团。</a:t>
            </a:r>
          </a:p>
        </p:txBody>
      </p:sp>
      <p:sp>
        <p:nvSpPr>
          <p:cNvPr id="6" name="lead-2">
            <a:extLst xmlns:a="http://schemas.openxmlformats.org/drawingml/2006/main">
              <a:ext uri="{FF2B5EF4-FFF2-40B4-BE49-F238E27FC236}">
                <a16:creationId xmlns:a16="http://schemas.microsoft.com/office/drawing/2014/main" id="{854F071F-6CBC-4D61-8DFF-DF289C7E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普通 LLM 能写一段故事，但长篇游玩会遇到遗忘、跑偏、状态错乱和难以验证的问题。Jity 的目标是把生成式文本变成可玩的叙事系统。</a:t>
            </a:r>
          </a:p>
        </p:txBody>
      </p:sp>
      <p:sp>
        <p:nvSpPr>
          <p:cNvPr id="7" name="problem-0-bg">
            <a:extLst xmlns:a="http://schemas.openxmlformats.org/drawingml/2006/main">
              <a:ext uri="{FF2B5EF4-FFF2-40B4-BE49-F238E27FC236}">
                <a16:creationId xmlns:a16="http://schemas.microsoft.com/office/drawing/2014/main" id="{F723E7DF-FA45-4970-BA66-AD87760A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0-num">
            <a:extLst xmlns:a="http://schemas.openxmlformats.org/drawingml/2006/main">
              <a:ext uri="{FF2B5EF4-FFF2-40B4-BE49-F238E27FC236}">
                <a16:creationId xmlns:a16="http://schemas.microsoft.com/office/drawing/2014/main" id="{8958E676-91DD-41D6-BB6B-349DF688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9" name="problem-0-title">
            <a:extLst xmlns:a="http://schemas.openxmlformats.org/drawingml/2006/main">
              <a:ext uri="{FF2B5EF4-FFF2-40B4-BE49-F238E27FC236}">
                <a16:creationId xmlns:a16="http://schemas.microsoft.com/office/drawing/2014/main" id="{C7A834CA-AF64-4853-A2A8-95BEC881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自由行动</a:t>
            </a:r>
          </a:p>
        </p:txBody>
      </p:sp>
      <p:sp>
        <p:nvSpPr>
          <p:cNvPr id="10" name="problem-0-body">
            <a:extLst xmlns:a="http://schemas.openxmlformats.org/drawingml/2006/main">
              <a:ext uri="{FF2B5EF4-FFF2-40B4-BE49-F238E27FC236}">
                <a16:creationId xmlns:a16="http://schemas.microsoft.com/office/drawing/2014/main" id="{F9D2F636-FE04-4576-91CE-BA1E30D8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CCD5E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CCD5ED"/>
                </a:solidFill>
                <a:latin typeface="Noto Sans SC"/>
                <a:ea typeface="Noto Sans SC"/>
                <a:cs typeface="Noto Sans SC"/>
              </a:rPr>
              <a:t>玩家用自然语言推动故事，而不是只能点击固定剧情。</a:t>
            </a:r>
          </a:p>
        </p:txBody>
      </p:sp>
      <p:sp>
        <p:nvSpPr>
          <p:cNvPr id="11" name="problem-1-bg">
            <a:extLst xmlns:a="http://schemas.openxmlformats.org/drawingml/2006/main">
              <a:ext uri="{FF2B5EF4-FFF2-40B4-BE49-F238E27FC236}">
                <a16:creationId xmlns:a16="http://schemas.microsoft.com/office/drawing/2014/main" id="{578712D5-F4DC-400F-BCD7-36BD8A9A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1-num">
            <a:extLst xmlns:a="http://schemas.openxmlformats.org/drawingml/2006/main">
              <a:ext uri="{FF2B5EF4-FFF2-40B4-BE49-F238E27FC236}">
                <a16:creationId xmlns:a16="http://schemas.microsoft.com/office/drawing/2014/main" id="{81982688-0742-4856-B3E4-23CB49E5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576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3" name="problem-1-title">
            <a:extLst xmlns:a="http://schemas.openxmlformats.org/drawingml/2006/main">
              <a:ext uri="{FF2B5EF4-FFF2-40B4-BE49-F238E27FC236}">
                <a16:creationId xmlns:a16="http://schemas.microsoft.com/office/drawing/2014/main" id="{0D31F3D7-E66B-4B02-9A63-7CE690CB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长期记忆</a:t>
            </a:r>
          </a:p>
        </p:txBody>
      </p:sp>
      <p:sp>
        <p:nvSpPr>
          <p:cNvPr id="14" name="problem-1-body">
            <a:extLst xmlns:a="http://schemas.openxmlformats.org/drawingml/2006/main">
              <a:ext uri="{FF2B5EF4-FFF2-40B4-BE49-F238E27FC236}">
                <a16:creationId xmlns:a16="http://schemas.microsoft.com/office/drawing/2014/main" id="{CAAC6A25-5DFD-4710-A061-F99A0874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863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NPC、地点、任务、物品和世界事实需要跨回合保留。</a:t>
            </a:r>
          </a:p>
        </p:txBody>
      </p:sp>
      <p:sp>
        <p:nvSpPr>
          <p:cNvPr id="15" name="problem-2-bg">
            <a:extLst xmlns:a="http://schemas.openxmlformats.org/drawingml/2006/main">
              <a:ext uri="{FF2B5EF4-FFF2-40B4-BE49-F238E27FC236}">
                <a16:creationId xmlns:a16="http://schemas.microsoft.com/office/drawing/2014/main" id="{5CBC2D71-88BA-47C9-9AE1-CC5845F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blem-2-num">
            <a:extLst xmlns:a="http://schemas.openxmlformats.org/drawingml/2006/main">
              <a:ext uri="{FF2B5EF4-FFF2-40B4-BE49-F238E27FC236}">
                <a16:creationId xmlns:a16="http://schemas.microsoft.com/office/drawing/2014/main" id="{E888401C-C484-4A1C-A92F-73E2A7FB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576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7" name="problem-2-title">
            <a:extLst xmlns:a="http://schemas.openxmlformats.org/drawingml/2006/main">
              <a:ext uri="{FF2B5EF4-FFF2-40B4-BE49-F238E27FC236}">
                <a16:creationId xmlns:a16="http://schemas.microsoft.com/office/drawing/2014/main" id="{0BDD38A7-6ADA-4021-BB62-DCE801B6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577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叙事骨架</a:t>
            </a:r>
          </a:p>
        </p:txBody>
      </p:sp>
      <p:sp>
        <p:nvSpPr>
          <p:cNvPr id="18" name="problem-2-body">
            <a:extLst xmlns:a="http://schemas.openxmlformats.org/drawingml/2006/main">
              <a:ext uri="{FF2B5EF4-FFF2-40B4-BE49-F238E27FC236}">
                <a16:creationId xmlns:a16="http://schemas.microsoft.com/office/drawing/2014/main" id="{D1E66DBB-1FCD-4575-9C7A-C1AD589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3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Campaign 用 Arc、Session、Anchor Event 限制剧情方向。</a:t>
            </a:r>
          </a:p>
        </p:txBody>
      </p:sp>
      <p:sp>
        <p:nvSpPr>
          <p:cNvPr id="19" name="problem-3-bg">
            <a:extLst xmlns:a="http://schemas.openxmlformats.org/drawingml/2006/main">
              <a:ext uri="{FF2B5EF4-FFF2-40B4-BE49-F238E27FC236}">
                <a16:creationId xmlns:a16="http://schemas.microsoft.com/office/drawing/2014/main" id="{23B7F21E-23DC-42C1-A049-7DED3B69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052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blem-3-num">
            <a:extLst xmlns:a="http://schemas.openxmlformats.org/drawingml/2006/main">
              <a:ext uri="{FF2B5EF4-FFF2-40B4-BE49-F238E27FC236}">
                <a16:creationId xmlns:a16="http://schemas.microsoft.com/office/drawing/2014/main" id="{3A5A05DF-B09A-4F71-A054-27AAFCBC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576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1" name="problem-3-title">
            <a:extLst xmlns:a="http://schemas.openxmlformats.org/drawingml/2006/main">
              <a:ext uri="{FF2B5EF4-FFF2-40B4-BE49-F238E27FC236}">
                <a16:creationId xmlns:a16="http://schemas.microsoft.com/office/drawing/2014/main" id="{DA00AE61-A66C-4AA3-AA28-1622CAF5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577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可验证性</a:t>
            </a:r>
          </a:p>
        </p:txBody>
      </p:sp>
      <p:sp>
        <p:nvSpPr>
          <p:cNvPr id="22" name="problem-3-body">
            <a:extLst xmlns:a="http://schemas.openxmlformats.org/drawingml/2006/main">
              <a:ext uri="{FF2B5EF4-FFF2-40B4-BE49-F238E27FC236}">
                <a16:creationId xmlns:a16="http://schemas.microsoft.com/office/drawing/2014/main" id="{6DA0400D-615F-44DF-BCB6-A03E6C10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863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自动跑测和结构化 JSON 让系统问题能被复现。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28F5415-0944-4B2F-BA30-EA8849D4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E83697A-29A4-4825-8DD1-44CB4E87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923887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3">
            <a:extLst xmlns:a="http://schemas.openxmlformats.org/drawingml/2006/main">
              <a:ext uri="{FF2B5EF4-FFF2-40B4-BE49-F238E27FC236}">
                <a16:creationId xmlns:a16="http://schemas.microsoft.com/office/drawing/2014/main" id="{F505248F-F76A-4384-B6FD-E1F8E4FA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3">
            <a:extLst xmlns:a="http://schemas.openxmlformats.org/drawingml/2006/main">
              <a:ext uri="{FF2B5EF4-FFF2-40B4-BE49-F238E27FC236}">
                <a16:creationId xmlns:a16="http://schemas.microsoft.com/office/drawing/2014/main" id="{C594AF99-56A0-462D-9289-1EF813FE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03 / 16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2A250FD4-2C00-49B5-AE37-3F26058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3">
            <a:extLst xmlns:a="http://schemas.openxmlformats.org/drawingml/2006/main">
              <a:ext uri="{FF2B5EF4-FFF2-40B4-BE49-F238E27FC236}">
                <a16:creationId xmlns:a16="http://schemas.microsoft.com/office/drawing/2014/main" id="{0D871DD7-746A-4F05-8CDB-B8907598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02 / CURRENT RESULT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E1BF88A6-AE1D-4C97-8158-D15F4306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4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目前成果地图</a:t>
            </a:r>
          </a:p>
        </p:txBody>
      </p:sp>
      <p:sp>
        <p:nvSpPr>
          <p:cNvPr id="6" name="lead-3">
            <a:extLst xmlns:a="http://schemas.openxmlformats.org/drawingml/2006/main">
              <a:ext uri="{FF2B5EF4-FFF2-40B4-BE49-F238E27FC236}">
                <a16:creationId xmlns:a16="http://schemas.microsoft.com/office/drawing/2014/main" id="{72846044-3526-4F44-AF46-D696C284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前端、后端、内容、测试四条线已经能组成一个完整 demo：能玩、能解释、能扩展、能验证。</a:t>
            </a:r>
          </a:p>
        </p:txBody>
      </p:sp>
      <p:sp>
        <p:nvSpPr>
          <p:cNvPr id="7" name="overview-bg-0">
            <a:extLst xmlns:a="http://schemas.openxmlformats.org/drawingml/2006/main">
              <a:ext uri="{FF2B5EF4-FFF2-40B4-BE49-F238E27FC236}">
                <a16:creationId xmlns:a16="http://schemas.microsoft.com/office/drawing/2014/main" id="{538D39D1-E87E-4B56-B113-73040A7D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457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verview-label-0">
            <a:extLst xmlns:a="http://schemas.openxmlformats.org/drawingml/2006/main">
              <a:ext uri="{FF2B5EF4-FFF2-40B4-BE49-F238E27FC236}">
                <a16:creationId xmlns:a16="http://schemas.microsoft.com/office/drawing/2014/main" id="{5BCA4394-A863-4269-91FD-2B713EA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FRONTEND</a:t>
            </a:r>
          </a:p>
        </p:txBody>
      </p:sp>
      <p:sp>
        <p:nvSpPr>
          <p:cNvPr id="9" name="overview-title-0">
            <a:extLst xmlns:a="http://schemas.openxmlformats.org/drawingml/2006/main">
              <a:ext uri="{FF2B5EF4-FFF2-40B4-BE49-F238E27FC236}">
                <a16:creationId xmlns:a16="http://schemas.microsoft.com/office/drawing/2014/main" id="{4C0BB4A4-B925-4D8C-A5C9-A5842B0A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产品界面</a:t>
            </a:r>
          </a:p>
        </p:txBody>
      </p:sp>
      <p:sp>
        <p:nvSpPr>
          <p:cNvPr id="10" name="overview-body-0">
            <a:extLst xmlns:a="http://schemas.openxmlformats.org/drawingml/2006/main">
              <a:ext uri="{FF2B5EF4-FFF2-40B4-BE49-F238E27FC236}">
                <a16:creationId xmlns:a16="http://schemas.microsoft.com/office/drawing/2014/main" id="{56ABA317-9857-4681-A051-6202FD91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游戏控制台、Campaign 选择、存档槽、Context Memory、Timeline、Curator、Dev Log</a:t>
            </a:r>
          </a:p>
        </p:txBody>
      </p:sp>
      <p:sp>
        <p:nvSpPr>
          <p:cNvPr id="11" name="overview-bg-1">
            <a:extLst xmlns:a="http://schemas.openxmlformats.org/drawingml/2006/main">
              <a:ext uri="{FF2B5EF4-FFF2-40B4-BE49-F238E27FC236}">
                <a16:creationId xmlns:a16="http://schemas.microsoft.com/office/drawing/2014/main" id="{7AD91C6A-4872-4E00-A8F5-4DD73D1B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457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verview-label-1">
            <a:extLst xmlns:a="http://schemas.openxmlformats.org/drawingml/2006/main">
              <a:ext uri="{FF2B5EF4-FFF2-40B4-BE49-F238E27FC236}">
                <a16:creationId xmlns:a16="http://schemas.microsoft.com/office/drawing/2014/main" id="{F3EFCE2E-54D3-4E13-AC0C-5CAFF044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528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BACKEND</a:t>
            </a:r>
          </a:p>
        </p:txBody>
      </p:sp>
      <p:sp>
        <p:nvSpPr>
          <p:cNvPr id="13" name="overview-title-1">
            <a:extLst xmlns:a="http://schemas.openxmlformats.org/drawingml/2006/main">
              <a:ext uri="{FF2B5EF4-FFF2-40B4-BE49-F238E27FC236}">
                <a16:creationId xmlns:a16="http://schemas.microsoft.com/office/drawing/2014/main" id="{04BF1C99-FBE2-420C-BA01-91A3FD89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后端引擎</a:t>
            </a:r>
          </a:p>
        </p:txBody>
      </p:sp>
      <p:sp>
        <p:nvSpPr>
          <p:cNvPr id="14" name="overview-body-1">
            <a:extLst xmlns:a="http://schemas.openxmlformats.org/drawingml/2006/main">
              <a:ext uri="{FF2B5EF4-FFF2-40B4-BE49-F238E27FC236}">
                <a16:creationId xmlns:a16="http://schemas.microsoft.com/office/drawing/2014/main" id="{49632D87-6F94-490C-991E-E9C72849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D6D6D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D6D6D6"/>
                </a:solidFill>
                <a:latin typeface="Noto Sans SC"/>
                <a:ea typeface="Noto Sans SC"/>
                <a:cs typeface="Noto Sans SC"/>
              </a:rPr>
              <a:t>FastAPI 会话 API、ScenarioGenerator、CampaignManager、SQLite 状态持久化</a:t>
            </a:r>
          </a:p>
        </p:txBody>
      </p:sp>
      <p:sp>
        <p:nvSpPr>
          <p:cNvPr id="15" name="overview-bg-2">
            <a:extLst xmlns:a="http://schemas.openxmlformats.org/drawingml/2006/main">
              <a:ext uri="{FF2B5EF4-FFF2-40B4-BE49-F238E27FC236}">
                <a16:creationId xmlns:a16="http://schemas.microsoft.com/office/drawing/2014/main" id="{16333F7C-39DC-41DD-915B-DAD5131D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457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verview-label-2">
            <a:extLst xmlns:a="http://schemas.openxmlformats.org/drawingml/2006/main">
              <a:ext uri="{FF2B5EF4-FFF2-40B4-BE49-F238E27FC236}">
                <a16:creationId xmlns:a16="http://schemas.microsoft.com/office/drawing/2014/main" id="{A8CA88E1-3EBE-45F7-AC9B-602B2FEC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NARRATIVE</a:t>
            </a:r>
          </a:p>
        </p:txBody>
      </p:sp>
      <p:sp>
        <p:nvSpPr>
          <p:cNvPr id="17" name="overview-title-2">
            <a:extLst xmlns:a="http://schemas.openxmlformats.org/drawingml/2006/main">
              <a:ext uri="{FF2B5EF4-FFF2-40B4-BE49-F238E27FC236}">
                <a16:creationId xmlns:a16="http://schemas.microsoft.com/office/drawing/2014/main" id="{40E2120D-E068-42DD-8D8B-763C9BCB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叙事结构</a:t>
            </a:r>
          </a:p>
        </p:txBody>
      </p:sp>
      <p:sp>
        <p:nvSpPr>
          <p:cNvPr id="18" name="overview-body-2">
            <a:extLst xmlns:a="http://schemas.openxmlformats.org/drawingml/2006/main">
              <a:ext uri="{FF2B5EF4-FFF2-40B4-BE49-F238E27FC236}">
                <a16:creationId xmlns:a16="http://schemas.microsoft.com/office/drawing/2014/main" id="{30AEAEF4-4E04-481E-9E2A-A1D0345A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Arc / Session / Opening Scene / Anchor Event，配合 RAG 与 prompt builder</a:t>
            </a:r>
          </a:p>
        </p:txBody>
      </p:sp>
      <p:sp>
        <p:nvSpPr>
          <p:cNvPr id="19" name="overview-bg-3">
            <a:extLst xmlns:a="http://schemas.openxmlformats.org/drawingml/2006/main">
              <a:ext uri="{FF2B5EF4-FFF2-40B4-BE49-F238E27FC236}">
                <a16:creationId xmlns:a16="http://schemas.microsoft.com/office/drawing/2014/main" id="{C53B314A-3053-4362-8BF7-AB6AC05B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457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verview-label-3">
            <a:extLst xmlns:a="http://schemas.openxmlformats.org/drawingml/2006/main">
              <a:ext uri="{FF2B5EF4-FFF2-40B4-BE49-F238E27FC236}">
                <a16:creationId xmlns:a16="http://schemas.microsoft.com/office/drawing/2014/main" id="{95A840FD-FF6C-46DF-BEDB-80FA9B1D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VALIDATION</a:t>
            </a:r>
          </a:p>
        </p:txBody>
      </p:sp>
      <p:sp>
        <p:nvSpPr>
          <p:cNvPr id="21" name="overview-title-3">
            <a:extLst xmlns:a="http://schemas.openxmlformats.org/drawingml/2006/main">
              <a:ext uri="{FF2B5EF4-FFF2-40B4-BE49-F238E27FC236}">
                <a16:creationId xmlns:a16="http://schemas.microsoft.com/office/drawing/2014/main" id="{A32BEFEF-CE9C-42C4-8482-734990D0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1000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验证闭环</a:t>
            </a:r>
          </a:p>
        </p:txBody>
      </p:sp>
      <p:sp>
        <p:nvSpPr>
          <p:cNvPr id="22" name="overview-body-3">
            <a:extLst xmlns:a="http://schemas.openxmlformats.org/drawingml/2006/main">
              <a:ext uri="{FF2B5EF4-FFF2-40B4-BE49-F238E27FC236}">
                <a16:creationId xmlns:a16="http://schemas.microsoft.com/office/drawing/2014/main" id="{8F6F44D6-DCC2-4548-92D0-FC8F78E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0055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结构化 JSON 校验、JSON 修复、自动 playtest、后端单元测试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5FA141-86E8-46CC-996A-1BA84722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909AFE6-A8FE-4CEE-B165-C267CD62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1036604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4">
            <a:extLst xmlns:a="http://schemas.openxmlformats.org/drawingml/2006/main">
              <a:ext uri="{FF2B5EF4-FFF2-40B4-BE49-F238E27FC236}">
                <a16:creationId xmlns:a16="http://schemas.microsoft.com/office/drawing/2014/main" id="{6852B505-F740-4A84-9D53-10AEA7B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4">
            <a:extLst xmlns:a="http://schemas.openxmlformats.org/drawingml/2006/main">
              <a:ext uri="{FF2B5EF4-FFF2-40B4-BE49-F238E27FC236}">
                <a16:creationId xmlns:a16="http://schemas.microsoft.com/office/drawing/2014/main" id="{D05D9C75-FBDC-4175-8843-A80BB6DD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04 / 16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8CFCD4DE-ABE5-45C0-97CE-851CF82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4">
            <a:extLst xmlns:a="http://schemas.openxmlformats.org/drawingml/2006/main">
              <a:ext uri="{FF2B5EF4-FFF2-40B4-BE49-F238E27FC236}">
                <a16:creationId xmlns:a16="http://schemas.microsoft.com/office/drawing/2014/main" id="{7F6D867E-AF8C-4295-A351-435E2FD9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03 / SYSTEM VIEW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ACCBDCC6-715C-4B09-9A6C-31C46A37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42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生成链路</a:t>
            </a:r>
          </a:p>
        </p:txBody>
      </p:sp>
      <p:sp>
        <p:nvSpPr>
          <p:cNvPr id="6" name="lead-4">
            <a:extLst xmlns:a="http://schemas.openxmlformats.org/drawingml/2006/main">
              <a:ext uri="{FF2B5EF4-FFF2-40B4-BE49-F238E27FC236}">
                <a16:creationId xmlns:a16="http://schemas.microsoft.com/office/drawing/2014/main" id="{57A2F85E-C1D2-461A-836F-AE8FD98A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每一轮并不是“把玩家输入丢给模型”，而是从状态、知识库、Campaign 进度和 JSON 协议共同约束下一幕。</a:t>
            </a:r>
          </a:p>
        </p:txBody>
      </p:sp>
      <p:sp>
        <p:nvSpPr>
          <p:cNvPr id="7" name="arch-step-0">
            <a:extLst xmlns:a="http://schemas.openxmlformats.org/drawingml/2006/main">
              <a:ext uri="{FF2B5EF4-FFF2-40B4-BE49-F238E27FC236}">
                <a16:creationId xmlns:a16="http://schemas.microsoft.com/office/drawing/2014/main" id="{BE6F40F6-D566-463A-A4D4-9230212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um-0">
            <a:extLst xmlns:a="http://schemas.openxmlformats.org/drawingml/2006/main">
              <a:ext uri="{FF2B5EF4-FFF2-40B4-BE49-F238E27FC236}">
                <a16:creationId xmlns:a16="http://schemas.microsoft.com/office/drawing/2014/main" id="{8909CE85-711D-4F80-9F18-0EA246AE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9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69C16419-FAD4-4BC2-A61C-BAA99BC3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玩家行动</a:t>
            </a:r>
          </a:p>
        </p:txBody>
      </p:sp>
      <p:sp>
        <p:nvSpPr>
          <p:cNvPr id="10" name="arch-body-0">
            <a:extLst xmlns:a="http://schemas.openxmlformats.org/drawingml/2006/main">
              <a:ext uri="{FF2B5EF4-FFF2-40B4-BE49-F238E27FC236}">
                <a16:creationId xmlns:a16="http://schemas.microsoft.com/office/drawing/2014/main" id="{03F974BF-27E7-4004-A5FB-E7068F5C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输入行动或点击选项</a:t>
            </a:r>
          </a:p>
        </p:txBody>
      </p:sp>
      <p:sp>
        <p:nvSpPr>
          <p:cNvPr id="11" name="arch-line-0">
            <a:extLst xmlns:a="http://schemas.openxmlformats.org/drawingml/2006/main">
              <a:ext uri="{FF2B5EF4-FFF2-40B4-BE49-F238E27FC236}">
                <a16:creationId xmlns:a16="http://schemas.microsoft.com/office/drawing/2014/main" id="{AAB0C91A-A48B-4E21-A452-F89C095C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052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2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E641A584-EDBC-44AC-A2B3-3BCE3121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step-1">
            <a:extLst xmlns:a="http://schemas.openxmlformats.org/drawingml/2006/main">
              <a:ext uri="{FF2B5EF4-FFF2-40B4-BE49-F238E27FC236}">
                <a16:creationId xmlns:a16="http://schemas.microsoft.com/office/drawing/2014/main" id="{A701E238-C2C1-41D9-AE82-EBA5EDCB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2900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-num-1">
            <a:extLst xmlns:a="http://schemas.openxmlformats.org/drawingml/2006/main">
              <a:ext uri="{FF2B5EF4-FFF2-40B4-BE49-F238E27FC236}">
                <a16:creationId xmlns:a16="http://schemas.microsoft.com/office/drawing/2014/main" id="{A3EF149C-394C-4BCF-977A-36207638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81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5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6B8D34B9-6E00-49CE-9B8B-94F72977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24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会话状态</a:t>
            </a:r>
          </a:p>
        </p:txBody>
      </p:sp>
      <p:sp>
        <p:nvSpPr>
          <p:cNvPr id="16" name="arch-body-1">
            <a:extLst xmlns:a="http://schemas.openxmlformats.org/drawingml/2006/main">
              <a:ext uri="{FF2B5EF4-FFF2-40B4-BE49-F238E27FC236}">
                <a16:creationId xmlns:a16="http://schemas.microsoft.com/office/drawing/2014/main" id="{4DDC83F3-0FA0-4EDC-B44D-CC798B9C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053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读取 SQLite 中的当前状态</a:t>
            </a:r>
          </a:p>
        </p:txBody>
      </p:sp>
      <p:sp>
        <p:nvSpPr>
          <p:cNvPr id="17" name="arch-line-1">
            <a:extLst xmlns:a="http://schemas.openxmlformats.org/drawingml/2006/main">
              <a:ext uri="{FF2B5EF4-FFF2-40B4-BE49-F238E27FC236}">
                <a16:creationId xmlns:a16="http://schemas.microsoft.com/office/drawing/2014/main" id="{4CE99D5B-CA3A-43E4-BEA8-218F6E08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052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8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A39C9819-4C3F-432E-8CFA-CEBBA4F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ch-step-2">
            <a:extLst xmlns:a="http://schemas.openxmlformats.org/drawingml/2006/main">
              <a:ext uri="{FF2B5EF4-FFF2-40B4-BE49-F238E27FC236}">
                <a16:creationId xmlns:a16="http://schemas.microsoft.com/office/drawing/2014/main" id="{27A35A1F-B298-4DCB-BC7D-D67C0D25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2900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num-2">
            <a:extLst xmlns:a="http://schemas.openxmlformats.org/drawingml/2006/main">
              <a:ext uri="{FF2B5EF4-FFF2-40B4-BE49-F238E27FC236}">
                <a16:creationId xmlns:a16="http://schemas.microsoft.com/office/drawing/2014/main" id="{690C6DA1-B072-4720-BCA0-00188DD7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1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1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F0266F7D-3C37-4C60-A5D4-9D74292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24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知识检索</a:t>
            </a:r>
          </a:p>
        </p:txBody>
      </p:sp>
      <p:sp>
        <p:nvSpPr>
          <p:cNvPr id="22" name="arch-body-2">
            <a:extLst xmlns:a="http://schemas.openxmlformats.org/drawingml/2006/main">
              <a:ext uri="{FF2B5EF4-FFF2-40B4-BE49-F238E27FC236}">
                <a16:creationId xmlns:a16="http://schemas.microsoft.com/office/drawing/2014/main" id="{EF3C9D0B-2789-4490-982D-9AE859E6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RAG 命中 NPC / 地点 / 规则</a:t>
            </a:r>
          </a:p>
        </p:txBody>
      </p:sp>
      <p:sp>
        <p:nvSpPr>
          <p:cNvPr id="23" name="arch-line-2">
            <a:extLst xmlns:a="http://schemas.openxmlformats.org/drawingml/2006/main">
              <a:ext uri="{FF2B5EF4-FFF2-40B4-BE49-F238E27FC236}">
                <a16:creationId xmlns:a16="http://schemas.microsoft.com/office/drawing/2014/main" id="{C9FF465A-1847-49C5-8007-307BEF5F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052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4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38B5E174-6FAF-4AB2-B6FC-D99B074F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rch-step-3">
            <a:extLst xmlns:a="http://schemas.openxmlformats.org/drawingml/2006/main">
              <a:ext uri="{FF2B5EF4-FFF2-40B4-BE49-F238E27FC236}">
                <a16:creationId xmlns:a16="http://schemas.microsoft.com/office/drawing/2014/main" id="{776A385F-E382-4B23-B239-713D2889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rch-num-3">
            <a:extLst xmlns:a="http://schemas.openxmlformats.org/drawingml/2006/main">
              <a:ext uri="{FF2B5EF4-FFF2-40B4-BE49-F238E27FC236}">
                <a16:creationId xmlns:a16="http://schemas.microsoft.com/office/drawing/2014/main" id="{332CE0EF-B468-4964-869E-58CD418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81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7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4B34741A-3BA4-4FAD-BAF5-9F47C281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24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Prompt 组装</a:t>
            </a:r>
          </a:p>
        </p:txBody>
      </p:sp>
      <p:sp>
        <p:nvSpPr>
          <p:cNvPr id="28" name="arch-body-3">
            <a:extLst xmlns:a="http://schemas.openxmlformats.org/drawingml/2006/main">
              <a:ext uri="{FF2B5EF4-FFF2-40B4-BE49-F238E27FC236}">
                <a16:creationId xmlns:a16="http://schemas.microsoft.com/office/drawing/2014/main" id="{7FB56DD2-B95B-4A34-A4F2-19F7032B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053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合并 Campaign 与记忆</a:t>
            </a:r>
          </a:p>
        </p:txBody>
      </p:sp>
      <p:sp>
        <p:nvSpPr>
          <p:cNvPr id="29" name="arch-line-3">
            <a:extLst xmlns:a="http://schemas.openxmlformats.org/drawingml/2006/main">
              <a:ext uri="{FF2B5EF4-FFF2-40B4-BE49-F238E27FC236}">
                <a16:creationId xmlns:a16="http://schemas.microsoft.com/office/drawing/2014/main" id="{01E78B27-AFCD-48C3-AE3F-DFCB3765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052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30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899E5AF8-6FC5-453A-91C1-488D060B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rch-step-4">
            <a:extLst xmlns:a="http://schemas.openxmlformats.org/drawingml/2006/main">
              <a:ext uri="{FF2B5EF4-FFF2-40B4-BE49-F238E27FC236}">
                <a16:creationId xmlns:a16="http://schemas.microsoft.com/office/drawing/2014/main" id="{F4CDC85C-33CE-43E3-9C4B-52FECE2E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rch-num-4">
            <a:extLst xmlns:a="http://schemas.openxmlformats.org/drawingml/2006/main">
              <a:ext uri="{FF2B5EF4-FFF2-40B4-BE49-F238E27FC236}">
                <a16:creationId xmlns:a16="http://schemas.microsoft.com/office/drawing/2014/main" id="{B87DD470-D2A3-4DF3-B9A6-FA466C42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33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9B0322E5-6ECD-4C7E-9657-FF48BAAD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24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LLM 输出</a:t>
            </a:r>
          </a:p>
        </p:txBody>
      </p:sp>
      <p:sp>
        <p:nvSpPr>
          <p:cNvPr id="34" name="arch-body-4">
            <a:extLst xmlns:a="http://schemas.openxmlformats.org/drawingml/2006/main">
              <a:ext uri="{FF2B5EF4-FFF2-40B4-BE49-F238E27FC236}">
                <a16:creationId xmlns:a16="http://schemas.microsoft.com/office/drawing/2014/main" id="{39D21267-65FD-4CAC-B9E8-96C0789F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>
                <a:solidFill>
                  <a:srgbClr val="DFE6FF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DFE6FF"/>
                </a:solidFill>
                <a:latin typeface="Noto Sans SC"/>
                <a:ea typeface="Noto Sans SC"/>
                <a:cs typeface="Noto Sans SC"/>
              </a:rPr>
              <a:t>返回结构化 StoryOutput</a:t>
            </a:r>
          </a:p>
        </p:txBody>
      </p:sp>
      <p:sp>
        <p:nvSpPr>
          <p:cNvPr id="35" name="arch-line-4">
            <a:extLst xmlns:a="http://schemas.openxmlformats.org/drawingml/2006/main">
              <a:ext uri="{FF2B5EF4-FFF2-40B4-BE49-F238E27FC236}">
                <a16:creationId xmlns:a16="http://schemas.microsoft.com/office/drawing/2014/main" id="{8C2FF72E-93CF-4252-AF2B-B063D1A5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052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36" name="arch-arrow-4">
            <a:extLst xmlns:a="http://schemas.openxmlformats.org/drawingml/2006/main">
              <a:ext uri="{FF2B5EF4-FFF2-40B4-BE49-F238E27FC236}">
                <a16:creationId xmlns:a16="http://schemas.microsoft.com/office/drawing/2014/main" id="{1819FAF2-BD89-49DC-862D-A9043B71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rch-step-5">
            <a:extLst xmlns:a="http://schemas.openxmlformats.org/drawingml/2006/main">
              <a:ext uri="{FF2B5EF4-FFF2-40B4-BE49-F238E27FC236}">
                <a16:creationId xmlns:a16="http://schemas.microsoft.com/office/drawing/2014/main" id="{C6BC74BC-F0C0-4516-8B29-03017F7B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rch-num-5">
            <a:extLst xmlns:a="http://schemas.openxmlformats.org/drawingml/2006/main">
              <a:ext uri="{FF2B5EF4-FFF2-40B4-BE49-F238E27FC236}">
                <a16:creationId xmlns:a16="http://schemas.microsoft.com/office/drawing/2014/main" id="{90BC20E5-DB11-40A9-BDCD-D2FCDF73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81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39" name="arch-title-5">
            <a:extLst xmlns:a="http://schemas.openxmlformats.org/drawingml/2006/main">
              <a:ext uri="{FF2B5EF4-FFF2-40B4-BE49-F238E27FC236}">
                <a16:creationId xmlns:a16="http://schemas.microsoft.com/office/drawing/2014/main" id="{3C6D3775-003D-4300-848A-50284C24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24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状态合并</a:t>
            </a:r>
          </a:p>
        </p:txBody>
      </p:sp>
      <p:sp>
        <p:nvSpPr>
          <p:cNvPr id="40" name="arch-body-5">
            <a:extLst xmlns:a="http://schemas.openxmlformats.org/drawingml/2006/main">
              <a:ext uri="{FF2B5EF4-FFF2-40B4-BE49-F238E27FC236}">
                <a16:creationId xmlns:a16="http://schemas.microsoft.com/office/drawing/2014/main" id="{2A74E84C-B06C-4453-A38A-579AA008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53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校验 JSON 并持久化</a:t>
            </a:r>
          </a:p>
        </p:txBody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CE30C17-DB05-4C64-B0CD-6BE2C246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4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E5057FD-8ECF-47BA-9B31-1DDAD46B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1848667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5">
            <a:extLst xmlns:a="http://schemas.openxmlformats.org/drawingml/2006/main">
              <a:ext uri="{FF2B5EF4-FFF2-40B4-BE49-F238E27FC236}">
                <a16:creationId xmlns:a16="http://schemas.microsoft.com/office/drawing/2014/main" id="{9C894A8C-9650-4879-9589-B411615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5">
            <a:extLst xmlns:a="http://schemas.openxmlformats.org/drawingml/2006/main">
              <a:ext uri="{FF2B5EF4-FFF2-40B4-BE49-F238E27FC236}">
                <a16:creationId xmlns:a16="http://schemas.microsoft.com/office/drawing/2014/main" id="{1AF59D37-C15E-4E8D-9647-F783C38A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05 / 16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2402B5D3-41FF-45BF-A6BC-8599EF41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5">
            <a:extLst xmlns:a="http://schemas.openxmlformats.org/drawingml/2006/main">
              <a:ext uri="{FF2B5EF4-FFF2-40B4-BE49-F238E27FC236}">
                <a16:creationId xmlns:a16="http://schemas.microsoft.com/office/drawing/2014/main" id="{C6982A41-7D92-4F26-BC67-68CBCC97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04 / DEMO VIDEO SCRIPT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5D289AB3-6218-4C25-9E4E-7D2B0EE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视频要按“玩家视角”录</a:t>
            </a:r>
          </a:p>
        </p:txBody>
      </p:sp>
      <p:sp>
        <p:nvSpPr>
          <p:cNvPr id="6" name="lead-5">
            <a:extLst xmlns:a="http://schemas.openxmlformats.org/drawingml/2006/main">
              <a:ext uri="{FF2B5EF4-FFF2-40B4-BE49-F238E27FC236}">
                <a16:creationId xmlns:a16="http://schemas.microsoft.com/office/drawing/2014/main" id="{74CCC582-FF5E-44D2-9993-E97358B1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建议 5-7 分钟。先让观众看到它能玩，再切到结构、工具和验证，不要一开始就讲代码。</a:t>
            </a:r>
          </a:p>
        </p:txBody>
      </p:sp>
      <p:sp>
        <p:nvSpPr>
          <p:cNvPr id="7" name="demo-axis">
            <a:extLst xmlns:a="http://schemas.openxmlformats.org/drawingml/2006/main">
              <a:ext uri="{FF2B5EF4-FFF2-40B4-BE49-F238E27FC236}">
                <a16:creationId xmlns:a16="http://schemas.microsoft.com/office/drawing/2014/main" id="{EC88E990-736C-4968-B06F-03868CA0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52800"/>
            <a:ext cx="0" cy="234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8" name="demo-dot-0">
            <a:extLst xmlns:a="http://schemas.openxmlformats.org/drawingml/2006/main">
              <a:ext uri="{FF2B5EF4-FFF2-40B4-BE49-F238E27FC236}">
                <a16:creationId xmlns:a16="http://schemas.microsoft.com/office/drawing/2014/main" id="{31106EBA-3BDF-4166-84C1-DF8A963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147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mo-time-0">
            <a:extLst xmlns:a="http://schemas.openxmlformats.org/drawingml/2006/main">
              <a:ext uri="{FF2B5EF4-FFF2-40B4-BE49-F238E27FC236}">
                <a16:creationId xmlns:a16="http://schemas.microsoft.com/office/drawing/2014/main" id="{15728C0D-A524-4E0B-AEE7-874B1671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00:00</a:t>
            </a:r>
          </a:p>
        </p:txBody>
      </p:sp>
      <p:sp>
        <p:nvSpPr>
          <p:cNvPr id="10" name="demo-item-0">
            <a:extLst xmlns:a="http://schemas.openxmlformats.org/drawingml/2006/main">
              <a:ext uri="{FF2B5EF4-FFF2-40B4-BE49-F238E27FC236}">
                <a16:creationId xmlns:a16="http://schemas.microsoft.com/office/drawing/2014/main" id="{C69D8005-430A-4274-BD82-93BBE9E7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575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开场：Jity 是 AI 中文文字跑团系统</a:t>
            </a:r>
          </a:p>
        </p:txBody>
      </p:sp>
      <p:sp>
        <p:nvSpPr>
          <p:cNvPr id="11" name="demo-dot-1">
            <a:extLst xmlns:a="http://schemas.openxmlformats.org/drawingml/2006/main">
              <a:ext uri="{FF2B5EF4-FFF2-40B4-BE49-F238E27FC236}">
                <a16:creationId xmlns:a16="http://schemas.microsoft.com/office/drawing/2014/main" id="{1C86E49D-05B2-4D7B-A0AC-44698F20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mo-time-1">
            <a:extLst xmlns:a="http://schemas.openxmlformats.org/drawingml/2006/main">
              <a:ext uri="{FF2B5EF4-FFF2-40B4-BE49-F238E27FC236}">
                <a16:creationId xmlns:a16="http://schemas.microsoft.com/office/drawing/2014/main" id="{70D73B5E-CDDB-43A7-B82C-73B43853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52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00:30</a:t>
            </a:r>
          </a:p>
        </p:txBody>
      </p:sp>
      <p:sp>
        <p:nvSpPr>
          <p:cNvPr id="13" name="demo-item-1">
            <a:extLst xmlns:a="http://schemas.openxmlformats.org/drawingml/2006/main">
              <a:ext uri="{FF2B5EF4-FFF2-40B4-BE49-F238E27FC236}">
                <a16:creationId xmlns:a16="http://schemas.microsoft.com/office/drawing/2014/main" id="{E1FD1824-353E-463F-92A0-FBE8A3F7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76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首页：选择 Campaign，新建会话，展示固定开场</a:t>
            </a:r>
          </a:p>
        </p:txBody>
      </p:sp>
      <p:sp>
        <p:nvSpPr>
          <p:cNvPr id="14" name="demo-dot-2">
            <a:extLst xmlns:a="http://schemas.openxmlformats.org/drawingml/2006/main">
              <a:ext uri="{FF2B5EF4-FFF2-40B4-BE49-F238E27FC236}">
                <a16:creationId xmlns:a16="http://schemas.microsoft.com/office/drawing/2014/main" id="{D930C21E-5DEA-4BF1-9580-82B9F668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529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mo-time-2">
            <a:extLst xmlns:a="http://schemas.openxmlformats.org/drawingml/2006/main">
              <a:ext uri="{FF2B5EF4-FFF2-40B4-BE49-F238E27FC236}">
                <a16:creationId xmlns:a16="http://schemas.microsoft.com/office/drawing/2014/main" id="{3716E077-AC29-4728-A282-90D5094E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01:30</a:t>
            </a:r>
          </a:p>
        </p:txBody>
      </p:sp>
      <p:sp>
        <p:nvSpPr>
          <p:cNvPr id="16" name="demo-item-2">
            <a:extLst xmlns:a="http://schemas.openxmlformats.org/drawingml/2006/main">
              <a:ext uri="{FF2B5EF4-FFF2-40B4-BE49-F238E27FC236}">
                <a16:creationId xmlns:a16="http://schemas.microsoft.com/office/drawing/2014/main" id="{632E28D4-E7EE-48F2-9928-394CCD79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957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输入行动：生成下一幕、NPC 对话、选项和状态变化</a:t>
            </a:r>
          </a:p>
        </p:txBody>
      </p:sp>
      <p:sp>
        <p:nvSpPr>
          <p:cNvPr id="17" name="demo-dot-3">
            <a:extLst xmlns:a="http://schemas.openxmlformats.org/drawingml/2006/main">
              <a:ext uri="{FF2B5EF4-FFF2-40B4-BE49-F238E27FC236}">
                <a16:creationId xmlns:a16="http://schemas.microsoft.com/office/drawing/2014/main" id="{CDDD0A4A-0C9A-46EE-854A-22D44241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mo-time-3">
            <a:extLst xmlns:a="http://schemas.openxmlformats.org/drawingml/2006/main">
              <a:ext uri="{FF2B5EF4-FFF2-40B4-BE49-F238E27FC236}">
                <a16:creationId xmlns:a16="http://schemas.microsoft.com/office/drawing/2014/main" id="{BA75D804-588C-4695-9C5E-7B5BC035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03:00</a:t>
            </a:r>
          </a:p>
        </p:txBody>
      </p:sp>
      <p:sp>
        <p:nvSpPr>
          <p:cNvPr id="19" name="demo-item-3">
            <a:extLst xmlns:a="http://schemas.openxmlformats.org/drawingml/2006/main">
              <a:ext uri="{FF2B5EF4-FFF2-40B4-BE49-F238E27FC236}">
                <a16:creationId xmlns:a16="http://schemas.microsoft.com/office/drawing/2014/main" id="{A2CF0A57-BEE9-4EC7-8474-F77DA607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148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Context Memory：解释长期记忆如何被玩家看见</a:t>
            </a:r>
          </a:p>
        </p:txBody>
      </p:sp>
      <p:sp>
        <p:nvSpPr>
          <p:cNvPr id="20" name="demo-dot-4">
            <a:extLst xmlns:a="http://schemas.openxmlformats.org/drawingml/2006/main">
              <a:ext uri="{FF2B5EF4-FFF2-40B4-BE49-F238E27FC236}">
                <a16:creationId xmlns:a16="http://schemas.microsoft.com/office/drawing/2014/main" id="{230D6C3C-A54E-44BC-9449-4AE1C8B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emo-time-4">
            <a:extLst xmlns:a="http://schemas.openxmlformats.org/drawingml/2006/main">
              <a:ext uri="{FF2B5EF4-FFF2-40B4-BE49-F238E27FC236}">
                <a16:creationId xmlns:a16="http://schemas.microsoft.com/office/drawing/2014/main" id="{4027ED6D-8E8C-4123-AAD8-043AA15C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04:00</a:t>
            </a:r>
          </a:p>
        </p:txBody>
      </p:sp>
      <p:sp>
        <p:nvSpPr>
          <p:cNvPr id="22" name="demo-item-4">
            <a:extLst xmlns:a="http://schemas.openxmlformats.org/drawingml/2006/main">
              <a:ext uri="{FF2B5EF4-FFF2-40B4-BE49-F238E27FC236}">
                <a16:creationId xmlns:a16="http://schemas.microsoft.com/office/drawing/2014/main" id="{71DC249A-4EF1-4FA3-8656-34F5ADD3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Timeline：展示 Arc、Session、Anchor Event</a:t>
            </a:r>
          </a:p>
        </p:txBody>
      </p:sp>
      <p:sp>
        <p:nvSpPr>
          <p:cNvPr id="23" name="demo-dot-5">
            <a:extLst xmlns:a="http://schemas.openxmlformats.org/drawingml/2006/main">
              <a:ext uri="{FF2B5EF4-FFF2-40B4-BE49-F238E27FC236}">
                <a16:creationId xmlns:a16="http://schemas.microsoft.com/office/drawing/2014/main" id="{E4101D52-9B27-4DBD-8EAF-9A07F6BB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10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emo-time-5">
            <a:extLst xmlns:a="http://schemas.openxmlformats.org/drawingml/2006/main">
              <a:ext uri="{FF2B5EF4-FFF2-40B4-BE49-F238E27FC236}">
                <a16:creationId xmlns:a16="http://schemas.microsoft.com/office/drawing/2014/main" id="{23DA2058-1382-47EC-BDFA-922501D6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05:00</a:t>
            </a:r>
          </a:p>
        </p:txBody>
      </p:sp>
      <p:sp>
        <p:nvSpPr>
          <p:cNvPr id="25" name="demo-item-5">
            <a:extLst xmlns:a="http://schemas.openxmlformats.org/drawingml/2006/main">
              <a:ext uri="{FF2B5EF4-FFF2-40B4-BE49-F238E27FC236}">
                <a16:creationId xmlns:a16="http://schemas.microsoft.com/office/drawing/2014/main" id="{EFAADCEB-9C44-4BA1-8CE2-732748BF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530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Curator / auto_play：说明内容生产和自动跑测</a:t>
            </a:r>
          </a:p>
        </p:txBody>
      </p:sp>
      <p:sp>
        <p:nvSpPr>
          <p:cNvPr id="26" name="demo-accent-block">
            <a:extLst xmlns:a="http://schemas.openxmlformats.org/drawingml/2006/main">
              <a:ext uri="{FF2B5EF4-FFF2-40B4-BE49-F238E27FC236}">
                <a16:creationId xmlns:a16="http://schemas.microsoft.com/office/drawing/2014/main" id="{DEC262FD-99FC-4DF9-A20B-989FC86F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858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mo-accent-text">
            <a:extLst xmlns:a="http://schemas.openxmlformats.org/drawingml/2006/main">
              <a:ext uri="{FF2B5EF4-FFF2-40B4-BE49-F238E27FC236}">
                <a16:creationId xmlns:a16="http://schemas.microsoft.com/office/drawing/2014/main" id="{F8EED9CA-DB94-48EB-AAB1-0F6803B1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1445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先展示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8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再解释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ADABE23-FC83-46C9-8438-A282FD08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06CE3E3-0106-4283-9CDA-D97B8E68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1754570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6">
            <a:extLst xmlns:a="http://schemas.openxmlformats.org/drawingml/2006/main">
              <a:ext uri="{FF2B5EF4-FFF2-40B4-BE49-F238E27FC236}">
                <a16:creationId xmlns:a16="http://schemas.microsoft.com/office/drawing/2014/main" id="{EA4EE228-7B41-4F0C-A10E-DD6E9391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6">
            <a:extLst xmlns:a="http://schemas.openxmlformats.org/drawingml/2006/main">
              <a:ext uri="{FF2B5EF4-FFF2-40B4-BE49-F238E27FC236}">
                <a16:creationId xmlns:a16="http://schemas.microsoft.com/office/drawing/2014/main" id="{D9D4C0F7-E3A5-4066-8C13-558561DF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06 / 16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5BB827C7-5B6C-4CA0-A13D-18171413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6">
            <a:extLst xmlns:a="http://schemas.openxmlformats.org/drawingml/2006/main">
              <a:ext uri="{FF2B5EF4-FFF2-40B4-BE49-F238E27FC236}">
                <a16:creationId xmlns:a16="http://schemas.microsoft.com/office/drawing/2014/main" id="{EE0B8989-DBA9-45A8-8739-BBCB4EC9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05 / SPEAKER MAP</a:t>
            </a:r>
          </a:p>
        </p:txBody>
      </p:sp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E6695BD5-F386-43DA-B443-F2EFD1A5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5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三人不是按代码提交分，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5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而是按听众理解路径分。</a:t>
            </a:r>
          </a:p>
        </p:txBody>
      </p:sp>
      <p:sp>
        <p:nvSpPr>
          <p:cNvPr id="6" name="lead-6">
            <a:extLst xmlns:a="http://schemas.openxmlformats.org/drawingml/2006/main">
              <a:ext uri="{FF2B5EF4-FFF2-40B4-BE49-F238E27FC236}">
                <a16:creationId xmlns:a16="http://schemas.microsoft.com/office/drawing/2014/main" id="{CD35BB66-B877-4C34-9FC1-DA9E6D64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A 负责“看见产品”，B 负责“理解引擎”，C 负责“相信结果”。</a:t>
            </a:r>
          </a:p>
        </p:txBody>
      </p:sp>
      <p:sp>
        <p:nvSpPr>
          <p:cNvPr id="7" name="team-0-bg">
            <a:extLst xmlns:a="http://schemas.openxmlformats.org/drawingml/2006/main">
              <a:ext uri="{FF2B5EF4-FFF2-40B4-BE49-F238E27FC236}">
                <a16:creationId xmlns:a16="http://schemas.microsoft.com/office/drawing/2014/main" id="{BC3BC3DA-793A-4611-927E-C72526D2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200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am-0-num">
            <a:extLst xmlns:a="http://schemas.openxmlformats.org/drawingml/2006/main">
              <a:ext uri="{FF2B5EF4-FFF2-40B4-BE49-F238E27FC236}">
                <a16:creationId xmlns:a16="http://schemas.microsoft.com/office/drawing/2014/main" id="{2FC5C831-5652-44E9-8F7A-B384385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rPr>
              <a:t>A</a:t>
            </a:r>
          </a:p>
        </p:txBody>
      </p:sp>
      <p:sp>
        <p:nvSpPr>
          <p:cNvPr id="9" name="team-0-title">
            <a:extLst xmlns:a="http://schemas.openxmlformats.org/drawingml/2006/main">
              <a:ext uri="{FF2B5EF4-FFF2-40B4-BE49-F238E27FC236}">
                <a16:creationId xmlns:a16="http://schemas.microsoft.com/office/drawing/2014/main" id="{57F8B098-466D-461D-928F-4E2BD9B2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产品体验</a:t>
            </a:r>
          </a:p>
        </p:txBody>
      </p:sp>
      <p:sp>
        <p:nvSpPr>
          <p:cNvPr id="10" name="team-0-body">
            <a:extLst xmlns:a="http://schemas.openxmlformats.org/drawingml/2006/main">
              <a:ext uri="{FF2B5EF4-FFF2-40B4-BE49-F238E27FC236}">
                <a16:creationId xmlns:a16="http://schemas.microsoft.com/office/drawing/2014/main" id="{88169F15-B703-413A-B9FD-E7F2E2AF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从玩家视角讲：怎么玩、看见什么、为什么像游戏。</a:t>
            </a:r>
          </a:p>
        </p:txBody>
      </p:sp>
      <p:sp>
        <p:nvSpPr>
          <p:cNvPr id="11" name="team-1-bg">
            <a:extLst xmlns:a="http://schemas.openxmlformats.org/drawingml/2006/main">
              <a:ext uri="{FF2B5EF4-FFF2-40B4-BE49-F238E27FC236}">
                <a16:creationId xmlns:a16="http://schemas.microsoft.com/office/drawing/2014/main" id="{666C43BF-ECFE-4645-98DE-193C7A69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76650"/>
            <a:ext cx="3200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am-1-num">
            <a:extLst xmlns:a="http://schemas.openxmlformats.org/drawingml/2006/main">
              <a:ext uri="{FF2B5EF4-FFF2-40B4-BE49-F238E27FC236}">
                <a16:creationId xmlns:a16="http://schemas.microsoft.com/office/drawing/2014/main" id="{48522FF2-C357-417B-B028-55516FD9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</a:t>
            </a:r>
          </a:p>
        </p:txBody>
      </p:sp>
      <p:sp>
        <p:nvSpPr>
          <p:cNvPr id="13" name="team-1-title">
            <a:extLst xmlns:a="http://schemas.openxmlformats.org/drawingml/2006/main">
              <a:ext uri="{FF2B5EF4-FFF2-40B4-BE49-F238E27FC236}">
                <a16:creationId xmlns:a16="http://schemas.microsoft.com/office/drawing/2014/main" id="{189BF175-5F8E-47B5-AC22-16EB448D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91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叙事引擎</a:t>
            </a:r>
          </a:p>
        </p:txBody>
      </p:sp>
      <p:sp>
        <p:nvSpPr>
          <p:cNvPr id="14" name="team-1-body">
            <a:extLst xmlns:a="http://schemas.openxmlformats.org/drawingml/2006/main">
              <a:ext uri="{FF2B5EF4-FFF2-40B4-BE49-F238E27FC236}">
                <a16:creationId xmlns:a16="http://schemas.microsoft.com/office/drawing/2014/main" id="{710B9CEE-5D7F-48A4-9CD6-775FB297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57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CCD5E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CCD5ED"/>
                </a:solidFill>
                <a:latin typeface="Noto Sans SC"/>
                <a:ea typeface="Noto Sans SC"/>
                <a:cs typeface="Noto Sans SC"/>
              </a:rPr>
              <a:t>从系统视角讲：如何生成、如何记忆、如何约束。</a:t>
            </a:r>
          </a:p>
        </p:txBody>
      </p:sp>
      <p:sp>
        <p:nvSpPr>
          <p:cNvPr id="15" name="team-2-bg">
            <a:extLst xmlns:a="http://schemas.openxmlformats.org/drawingml/2006/main">
              <a:ext uri="{FF2B5EF4-FFF2-40B4-BE49-F238E27FC236}">
                <a16:creationId xmlns:a16="http://schemas.microsoft.com/office/drawing/2014/main" id="{CFE259E2-8D52-4EE2-BA90-D0B8F878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200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am-2-num">
            <a:extLst xmlns:a="http://schemas.openxmlformats.org/drawingml/2006/main">
              <a:ext uri="{FF2B5EF4-FFF2-40B4-BE49-F238E27FC236}">
                <a16:creationId xmlns:a16="http://schemas.microsoft.com/office/drawing/2014/main" id="{B7A1C6D1-661E-46AF-8C55-62E92D29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rPr>
              <a:t>C</a:t>
            </a:r>
          </a:p>
        </p:txBody>
      </p:sp>
      <p:sp>
        <p:nvSpPr>
          <p:cNvPr id="17" name="team-2-title">
            <a:extLst xmlns:a="http://schemas.openxmlformats.org/drawingml/2006/main">
              <a:ext uri="{FF2B5EF4-FFF2-40B4-BE49-F238E27FC236}">
                <a16:creationId xmlns:a16="http://schemas.microsoft.com/office/drawing/2014/main" id="{D6F72FF2-10BA-4325-B0A9-C7E370ED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内容与验证</a:t>
            </a:r>
          </a:p>
        </p:txBody>
      </p:sp>
      <p:sp>
        <p:nvSpPr>
          <p:cNvPr id="18" name="team-2-body">
            <a:extLst xmlns:a="http://schemas.openxmlformats.org/drawingml/2006/main">
              <a:ext uri="{FF2B5EF4-FFF2-40B4-BE49-F238E27FC236}">
                <a16:creationId xmlns:a16="http://schemas.microsoft.com/office/drawing/2014/main" id="{0F31003C-12C6-469D-B21E-477B7F62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从项目视角讲：怎么生产内容、怎么测试、下一步做什么。</a:t>
            </a:r>
          </a:p>
        </p:txBody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3DB4F05-1D42-4932-869F-1E4C8630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7579BF6-A84A-4C52-8B93-1717CE52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1501993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7">
            <a:extLst xmlns:a="http://schemas.openxmlformats.org/drawingml/2006/main">
              <a:ext uri="{FF2B5EF4-FFF2-40B4-BE49-F238E27FC236}">
                <a16:creationId xmlns:a16="http://schemas.microsoft.com/office/drawing/2014/main" id="{4C11FF02-ABBB-4194-AAD0-31A07CC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A / PRODUCT EXPERIENCE</a:t>
            </a:r>
          </a:p>
        </p:txBody>
      </p:sp>
      <p:sp>
        <p:nvSpPr>
          <p:cNvPr id="2" name="header-page-7">
            <a:extLst xmlns:a="http://schemas.openxmlformats.org/drawingml/2006/main">
              <a:ext uri="{FF2B5EF4-FFF2-40B4-BE49-F238E27FC236}">
                <a16:creationId xmlns:a16="http://schemas.microsoft.com/office/drawing/2014/main" id="{71DDFD3E-04E9-4877-A9D9-AA2BA438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07 / 16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5EC45957-31E9-433B-B23E-583447D5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a-letter">
            <a:extLst xmlns:a="http://schemas.openxmlformats.org/drawingml/2006/main">
              <a:ext uri="{FF2B5EF4-FFF2-40B4-BE49-F238E27FC236}">
                <a16:creationId xmlns:a16="http://schemas.microsoft.com/office/drawing/2014/main" id="{4DAE2245-E4D1-4D81-8E1E-E68805D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002FA7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00" b="1">
                <a:solidFill>
                  <a:srgbClr val="002FA7"/>
                </a:solidFill>
                <a:latin typeface="JetBrains Mono"/>
                <a:ea typeface="JetBrains Mono"/>
                <a:cs typeface="JetBrains Mono"/>
              </a:rPr>
              <a:t>A</a:t>
            </a:r>
          </a:p>
        </p:txBody>
      </p:sp>
      <p:sp>
        <p:nvSpPr>
          <p:cNvPr id="5" name="a-title">
            <a:extLst xmlns:a="http://schemas.openxmlformats.org/drawingml/2006/main">
              <a:ext uri="{FF2B5EF4-FFF2-40B4-BE49-F238E27FC236}">
                <a16:creationId xmlns:a16="http://schemas.microsoft.com/office/drawing/2014/main" id="{C0B17CDE-3F68-497E-9404-C68490DD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334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产品体验与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前端展示</a:t>
            </a:r>
          </a:p>
        </p:txBody>
      </p:sp>
      <p:sp>
        <p:nvSpPr>
          <p:cNvPr id="6" name="a-lead">
            <a:extLst xmlns:a="http://schemas.openxmlformats.org/drawingml/2006/main">
              <a:ext uri="{FF2B5EF4-FFF2-40B4-BE49-F238E27FC236}">
                <a16:creationId xmlns:a16="http://schemas.microsoft.com/office/drawing/2014/main" id="{B29A7236-A71A-4379-A2B7-4C735227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D6D6D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D6D6D6"/>
                </a:solidFill>
                <a:latin typeface="Noto Sans SC"/>
                <a:ea typeface="Noto Sans SC"/>
                <a:cs typeface="Noto Sans SC"/>
              </a:rPr>
              <a:t>讲解目标：让老师马上明白 Jity 是一个可玩的 AI 文字跑团，而不是普通聊天窗口。</a:t>
            </a:r>
          </a:p>
        </p:txBody>
      </p:sp>
      <p:sp>
        <p:nvSpPr>
          <p:cNvPr id="7" name="a-accent">
            <a:extLst xmlns:a="http://schemas.openxmlformats.org/drawingml/2006/main">
              <a:ext uri="{FF2B5EF4-FFF2-40B4-BE49-F238E27FC236}">
                <a16:creationId xmlns:a16="http://schemas.microsoft.com/office/drawing/2014/main" id="{B8FD1291-A037-4119-957A-2AC24ECE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47750"/>
            <a:ext cx="276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-accent-title">
            <a:extLst xmlns:a="http://schemas.openxmlformats.org/drawingml/2006/main">
              <a:ext uri="{FF2B5EF4-FFF2-40B4-BE49-F238E27FC236}">
                <a16:creationId xmlns:a16="http://schemas.microsoft.com/office/drawing/2014/main" id="{7C6AEC3E-7FA4-4B32-85A7-B61D16B5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47800"/>
            <a:ext cx="2152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用户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怎么玩</a:t>
            </a:r>
          </a:p>
        </p:txBody>
      </p:sp>
      <p:sp>
        <p:nvSpPr>
          <p:cNvPr id="9" name="a-accent-list-sq-0">
            <a:extLst xmlns:a="http://schemas.openxmlformats.org/drawingml/2006/main">
              <a:ext uri="{FF2B5EF4-FFF2-40B4-BE49-F238E27FC236}">
                <a16:creationId xmlns:a16="http://schemas.microsoft.com/office/drawing/2014/main" id="{436F062A-9B99-423C-A14B-1D86363F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-accent-list-text-0">
            <a:extLst xmlns:a="http://schemas.openxmlformats.org/drawingml/2006/main">
              <a:ext uri="{FF2B5EF4-FFF2-40B4-BE49-F238E27FC236}">
                <a16:creationId xmlns:a16="http://schemas.microsoft.com/office/drawing/2014/main" id="{1D5C38AD-99BC-4586-99E7-77E1593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首页</a:t>
            </a:r>
          </a:p>
        </p:txBody>
      </p:sp>
      <p:sp>
        <p:nvSpPr>
          <p:cNvPr id="11" name="a-accent-list-sq-1">
            <a:extLst xmlns:a="http://schemas.openxmlformats.org/drawingml/2006/main">
              <a:ext uri="{FF2B5EF4-FFF2-40B4-BE49-F238E27FC236}">
                <a16:creationId xmlns:a16="http://schemas.microsoft.com/office/drawing/2014/main" id="{651CB156-A40E-4FEC-8EFB-E53030C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-accent-list-text-1">
            <a:extLst xmlns:a="http://schemas.openxmlformats.org/drawingml/2006/main">
              <a:ext uri="{FF2B5EF4-FFF2-40B4-BE49-F238E27FC236}">
                <a16:creationId xmlns:a16="http://schemas.microsoft.com/office/drawing/2014/main" id="{7CEAFA1B-E603-4DB6-89FB-712FBE0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剧情输出</a:t>
            </a:r>
          </a:p>
        </p:txBody>
      </p:sp>
      <p:sp>
        <p:nvSpPr>
          <p:cNvPr id="13" name="a-accent-list-sq-2">
            <a:extLst xmlns:a="http://schemas.openxmlformats.org/drawingml/2006/main">
              <a:ext uri="{FF2B5EF4-FFF2-40B4-BE49-F238E27FC236}">
                <a16:creationId xmlns:a16="http://schemas.microsoft.com/office/drawing/2014/main" id="{C54F5069-CF8D-40DD-9A0F-E9EC94A7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-accent-list-text-2">
            <a:extLst xmlns:a="http://schemas.openxmlformats.org/drawingml/2006/main">
              <a:ext uri="{FF2B5EF4-FFF2-40B4-BE49-F238E27FC236}">
                <a16:creationId xmlns:a16="http://schemas.microsoft.com/office/drawing/2014/main" id="{AD22C9DC-DF29-46AA-BECC-4AECAF63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481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Context Memory</a:t>
            </a:r>
          </a:p>
        </p:txBody>
      </p:sp>
      <p:sp>
        <p:nvSpPr>
          <p:cNvPr id="15" name="a-accent-list-sq-3">
            <a:extLst xmlns:a="http://schemas.openxmlformats.org/drawingml/2006/main">
              <a:ext uri="{FF2B5EF4-FFF2-40B4-BE49-F238E27FC236}">
                <a16:creationId xmlns:a16="http://schemas.microsoft.com/office/drawing/2014/main" id="{38E5440D-BD9E-49AF-8A23-6C6A9288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-accent-list-text-3">
            <a:extLst xmlns:a="http://schemas.openxmlformats.org/drawingml/2006/main">
              <a:ext uri="{FF2B5EF4-FFF2-40B4-BE49-F238E27FC236}">
                <a16:creationId xmlns:a16="http://schemas.microsoft.com/office/drawing/2014/main" id="{38B4EAC4-117F-47CE-8611-B96CD88A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Timeline</a:t>
            </a:r>
          </a:p>
        </p:txBody>
      </p:sp>
      <p:sp>
        <p:nvSpPr>
          <p:cNvPr id="17" name="a-accent-list-sq-4">
            <a:extLst xmlns:a="http://schemas.openxmlformats.org/drawingml/2006/main">
              <a:ext uri="{FF2B5EF4-FFF2-40B4-BE49-F238E27FC236}">
                <a16:creationId xmlns:a16="http://schemas.microsoft.com/office/drawing/2014/main" id="{5ACAD845-9329-454F-9094-3CC91F7B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-accent-list-text-4">
            <a:extLst xmlns:a="http://schemas.openxmlformats.org/drawingml/2006/main">
              <a:ext uri="{FF2B5EF4-FFF2-40B4-BE49-F238E27FC236}">
                <a16:creationId xmlns:a16="http://schemas.microsoft.com/office/drawing/2014/main" id="{DE2727DB-B8F3-4B49-BD39-4DBAE8A8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存档槽</a:t>
            </a:r>
          </a:p>
        </p:txBody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CCB265B-F783-403C-9F52-5B4CCEF8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section A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73DFEFF-31CD-4AFF-A22C-AEC5C210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94767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8">
            <a:extLst xmlns:a="http://schemas.openxmlformats.org/drawingml/2006/main">
              <a:ext uri="{FF2B5EF4-FFF2-40B4-BE49-F238E27FC236}">
                <a16:creationId xmlns:a16="http://schemas.microsoft.com/office/drawing/2014/main" id="{0DAC17AB-B834-4F40-8676-1CC56807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8">
            <a:extLst xmlns:a="http://schemas.openxmlformats.org/drawingml/2006/main">
              <a:ext uri="{FF2B5EF4-FFF2-40B4-BE49-F238E27FC236}">
                <a16:creationId xmlns:a16="http://schemas.microsoft.com/office/drawing/2014/main" id="{21184791-7B7B-493B-8B77-515925CA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08 / 16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2E1D2774-BA41-42D9-AF7B-6B0C44B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8">
            <a:extLst xmlns:a="http://schemas.openxmlformats.org/drawingml/2006/main">
              <a:ext uri="{FF2B5EF4-FFF2-40B4-BE49-F238E27FC236}">
                <a16:creationId xmlns:a16="http://schemas.microsoft.com/office/drawing/2014/main" id="{6C351A0D-A89D-4990-ABE9-FBE1DA3B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A1 / WHAT TO SHOW</a:t>
            </a:r>
          </a:p>
        </p:txBody>
      </p:sp>
      <p:sp>
        <p:nvSpPr>
          <p:cNvPr id="5" name="title-8">
            <a:extLst xmlns:a="http://schemas.openxmlformats.org/drawingml/2006/main">
              <a:ext uri="{FF2B5EF4-FFF2-40B4-BE49-F238E27FC236}">
                <a16:creationId xmlns:a16="http://schemas.microsoft.com/office/drawing/2014/main" id="{4FFFF7C9-445E-433D-A3BA-138E33A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先讲主界面：它怎样被玩起来</a:t>
            </a:r>
          </a:p>
        </p:txBody>
      </p:sp>
      <p:sp>
        <p:nvSpPr>
          <p:cNvPr id="6" name="lead-8">
            <a:extLst xmlns:a="http://schemas.openxmlformats.org/drawingml/2006/main">
              <a:ext uri="{FF2B5EF4-FFF2-40B4-BE49-F238E27FC236}">
                <a16:creationId xmlns:a16="http://schemas.microsoft.com/office/drawing/2014/main" id="{8415EF3F-BCFE-4046-9620-9E66DD54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A 的第一段讲解只回答一个问题：玩家进入系统后，每一步具体做什么。</a:t>
            </a:r>
          </a:p>
        </p:txBody>
      </p:sp>
      <p:sp>
        <p:nvSpPr>
          <p:cNvPr id="7" name="a1-ui-surface">
            <a:extLst xmlns:a="http://schemas.openxmlformats.org/drawingml/2006/main">
              <a:ext uri="{FF2B5EF4-FFF2-40B4-BE49-F238E27FC236}">
                <a16:creationId xmlns:a16="http://schemas.microsoft.com/office/drawing/2014/main" id="{2874B4F8-0177-4E70-ACED-78E4F5B0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572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1-ui-rule">
            <a:extLst xmlns:a="http://schemas.openxmlformats.org/drawingml/2006/main">
              <a:ext uri="{FF2B5EF4-FFF2-40B4-BE49-F238E27FC236}">
                <a16:creationId xmlns:a16="http://schemas.microsoft.com/office/drawing/2014/main" id="{BA967D30-2E10-487D-9EC0-91B0AE4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611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9" name="a1-console-label">
            <a:extLst xmlns:a="http://schemas.openxmlformats.org/drawingml/2006/main">
              <a:ext uri="{FF2B5EF4-FFF2-40B4-BE49-F238E27FC236}">
                <a16:creationId xmlns:a16="http://schemas.microsoft.com/office/drawing/2014/main" id="{CC8F7A8C-88F4-4670-82D3-F8B1672B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GAME CONSOLE</a:t>
            </a:r>
          </a:p>
        </p:txBody>
      </p:sp>
      <p:sp>
        <p:nvSpPr>
          <p:cNvPr id="10" name="a1-console-row1">
            <a:extLst xmlns:a="http://schemas.openxmlformats.org/drawingml/2006/main">
              <a:ext uri="{FF2B5EF4-FFF2-40B4-BE49-F238E27FC236}">
                <a16:creationId xmlns:a16="http://schemas.microsoft.com/office/drawing/2014/main" id="{B1AEBDC0-7FE9-49DC-A414-F4C561E2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Campaign 选择 · 模型选择 · 存档槽</a:t>
            </a:r>
          </a:p>
        </p:txBody>
      </p:sp>
      <p:sp>
        <p:nvSpPr>
          <p:cNvPr id="11" name="a1-console-row2">
            <a:extLst xmlns:a="http://schemas.openxmlformats.org/drawingml/2006/main">
              <a:ext uri="{FF2B5EF4-FFF2-40B4-BE49-F238E27FC236}">
                <a16:creationId xmlns:a16="http://schemas.microsoft.com/office/drawing/2014/main" id="{50E39879-8569-4ADD-9EB1-1FA64030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剧情正文 · NPC 对话 · 状态变化</a:t>
            </a:r>
          </a:p>
        </p:txBody>
      </p:sp>
      <p:sp>
        <p:nvSpPr>
          <p:cNvPr id="12" name="a1-console-row3">
            <a:extLst xmlns:a="http://schemas.openxmlformats.org/drawingml/2006/main">
              <a:ext uri="{FF2B5EF4-FFF2-40B4-BE49-F238E27FC236}">
                <a16:creationId xmlns:a16="http://schemas.microsoft.com/office/drawing/2014/main" id="{162C0461-78C0-44EA-9AF5-ED543EE0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自由输入行动 · 点击候选选项</a:t>
            </a:r>
          </a:p>
        </p:txBody>
      </p:sp>
      <p:sp>
        <p:nvSpPr>
          <p:cNvPr id="13" name="a1-output-box">
            <a:extLst xmlns:a="http://schemas.openxmlformats.org/drawingml/2006/main">
              <a:ext uri="{FF2B5EF4-FFF2-40B4-BE49-F238E27FC236}">
                <a16:creationId xmlns:a16="http://schemas.microsoft.com/office/drawing/2014/main" id="{0441BF4F-8629-4754-9A88-E515B0B7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14" name="a1-output-label">
            <a:extLst xmlns:a="http://schemas.openxmlformats.org/drawingml/2006/main">
              <a:ext uri="{FF2B5EF4-FFF2-40B4-BE49-F238E27FC236}">
                <a16:creationId xmlns:a16="http://schemas.microsoft.com/office/drawing/2014/main" id="{7FE8B550-A563-4948-9906-D03C3099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52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02FA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02FA7"/>
                </a:solidFill>
                <a:latin typeface="JetBrains Mono"/>
                <a:ea typeface="JetBrains Mono"/>
                <a:cs typeface="JetBrains Mono"/>
              </a:rPr>
              <a:t>LLM generated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02FA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02FA7"/>
                </a:solidFill>
                <a:latin typeface="JetBrains Mono"/>
                <a:ea typeface="JetBrains Mono"/>
                <a:cs typeface="JetBrains Mono"/>
              </a:rPr>
              <a:t>or Scripted opening</a:t>
            </a:r>
          </a:p>
        </p:txBody>
      </p:sp>
      <p:sp>
        <p:nvSpPr>
          <p:cNvPr id="15" name="a1-bullets-sq-0">
            <a:extLst xmlns:a="http://schemas.openxmlformats.org/drawingml/2006/main">
              <a:ext uri="{FF2B5EF4-FFF2-40B4-BE49-F238E27FC236}">
                <a16:creationId xmlns:a16="http://schemas.microsoft.com/office/drawing/2014/main" id="{7A3D158D-6C24-413C-8DF7-534851ED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00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1-bullets-text-0">
            <a:extLst xmlns:a="http://schemas.openxmlformats.org/drawingml/2006/main">
              <a:ext uri="{FF2B5EF4-FFF2-40B4-BE49-F238E27FC236}">
                <a16:creationId xmlns:a16="http://schemas.microsoft.com/office/drawing/2014/main" id="{36F1AC17-85B4-46BB-853A-FDF7D370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讲解口径：玩家不是在读固定小说，而是在用行动推动下一幕。</a:t>
            </a:r>
          </a:p>
        </p:txBody>
      </p:sp>
      <p:sp>
        <p:nvSpPr>
          <p:cNvPr id="17" name="a1-bullets-sq-1">
            <a:extLst xmlns:a="http://schemas.openxmlformats.org/drawingml/2006/main">
              <a:ext uri="{FF2B5EF4-FFF2-40B4-BE49-F238E27FC236}">
                <a16:creationId xmlns:a16="http://schemas.microsoft.com/office/drawing/2014/main" id="{387DC482-EDEB-4470-9818-9FB9C2B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1-bullets-text-1">
            <a:extLst xmlns:a="http://schemas.openxmlformats.org/drawingml/2006/main">
              <a:ext uri="{FF2B5EF4-FFF2-40B4-BE49-F238E27FC236}">
                <a16:creationId xmlns:a16="http://schemas.microsoft.com/office/drawing/2014/main" id="{43D45116-06B7-4D47-A000-052E6226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481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强调结构：旁白、NPC 对话、候选选项和状态变化是一个完整回合。</a:t>
            </a:r>
          </a:p>
        </p:txBody>
      </p:sp>
      <p:sp>
        <p:nvSpPr>
          <p:cNvPr id="19" name="a1-bullets-sq-2">
            <a:extLst xmlns:a="http://schemas.openxmlformats.org/drawingml/2006/main">
              <a:ext uri="{FF2B5EF4-FFF2-40B4-BE49-F238E27FC236}">
                <a16:creationId xmlns:a16="http://schemas.microsoft.com/office/drawing/2014/main" id="{C8551160-2D72-4A33-9E8D-E1972954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1-bullets-text-2">
            <a:extLst xmlns:a="http://schemas.openxmlformats.org/drawingml/2006/main">
              <a:ext uri="{FF2B5EF4-FFF2-40B4-BE49-F238E27FC236}">
                <a16:creationId xmlns:a16="http://schemas.microsoft.com/office/drawing/2014/main" id="{BDC5E682-255A-46F9-AEA3-E3689866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529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演示动作：选默认 Campaign，新建会话，输入一次行动。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1B49EE7-2E24-4912-BD81-378FDD12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D8B699F-E89E-4D74-906E-89337506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1078036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9">
            <a:extLst xmlns:a="http://schemas.openxmlformats.org/drawingml/2006/main">
              <a:ext uri="{FF2B5EF4-FFF2-40B4-BE49-F238E27FC236}">
                <a16:creationId xmlns:a16="http://schemas.microsoft.com/office/drawing/2014/main" id="{D1165B31-BD41-40BE-A83A-0F39B1DE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9">
            <a:extLst xmlns:a="http://schemas.openxmlformats.org/drawingml/2006/main">
              <a:ext uri="{FF2B5EF4-FFF2-40B4-BE49-F238E27FC236}">
                <a16:creationId xmlns:a16="http://schemas.microsoft.com/office/drawing/2014/main" id="{2CB83B3E-D92C-4D1C-BC7E-1A9C271F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09 / 16</a:t>
            </a:r>
          </a:p>
        </p:txBody>
      </p:sp>
      <p:sp>
        <p:nvSpPr>
          <p:cNvPr id="3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9066A7D7-D764-4AE2-AD5E-2E85CBA7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9">
            <a:extLst xmlns:a="http://schemas.openxmlformats.org/drawingml/2006/main">
              <a:ext uri="{FF2B5EF4-FFF2-40B4-BE49-F238E27FC236}">
                <a16:creationId xmlns:a16="http://schemas.microsoft.com/office/drawing/2014/main" id="{AFB75F85-AFCF-4433-BC01-3D6B9593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A2 / MEMORY AS UI</a:t>
            </a:r>
          </a:p>
        </p:txBody>
      </p:sp>
      <p:sp>
        <p:nvSpPr>
          <p:cNvPr id="5" name="title-9">
            <a:extLst xmlns:a="http://schemas.openxmlformats.org/drawingml/2006/main">
              <a:ext uri="{FF2B5EF4-FFF2-40B4-BE49-F238E27FC236}">
                <a16:creationId xmlns:a16="http://schemas.microsoft.com/office/drawing/2014/main" id="{E6D2F04C-812A-4C13-BA84-4A73B9DE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再讲 Context Memory 与 Timeline</a:t>
            </a:r>
          </a:p>
        </p:txBody>
      </p:sp>
      <p:sp>
        <p:nvSpPr>
          <p:cNvPr id="6" name="lead-9">
            <a:extLst xmlns:a="http://schemas.openxmlformats.org/drawingml/2006/main">
              <a:ext uri="{FF2B5EF4-FFF2-40B4-BE49-F238E27FC236}">
                <a16:creationId xmlns:a16="http://schemas.microsoft.com/office/drawing/2014/main" id="{FF51110D-1E85-47DE-98D0-A0A8F7E6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这一段要把“AI 不容易忘”的机制讲成用户能看懂的界面，而不是一堆后端字段。</a:t>
            </a:r>
          </a:p>
        </p:txBody>
      </p:sp>
      <p:sp>
        <p:nvSpPr>
          <p:cNvPr id="7" name="a2-card-0">
            <a:extLst xmlns:a="http://schemas.openxmlformats.org/drawingml/2006/main">
              <a:ext uri="{FF2B5EF4-FFF2-40B4-BE49-F238E27FC236}">
                <a16:creationId xmlns:a16="http://schemas.microsoft.com/office/drawing/2014/main" id="{E222DCAB-B7EF-449C-BDE4-7C45B647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2-card-title-0">
            <a:extLst xmlns:a="http://schemas.openxmlformats.org/drawingml/2006/main">
              <a:ext uri="{FF2B5EF4-FFF2-40B4-BE49-F238E27FC236}">
                <a16:creationId xmlns:a16="http://schemas.microsoft.com/office/drawing/2014/main" id="{E7619F07-04F6-4ADA-B0AC-12DC6B47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当前状态</a:t>
            </a:r>
          </a:p>
        </p:txBody>
      </p:sp>
      <p:sp>
        <p:nvSpPr>
          <p:cNvPr id="9" name="a2-card-body-0">
            <a:extLst xmlns:a="http://schemas.openxmlformats.org/drawingml/2006/main">
              <a:ext uri="{FF2B5EF4-FFF2-40B4-BE49-F238E27FC236}">
                <a16:creationId xmlns:a16="http://schemas.microsoft.com/office/drawing/2014/main" id="{922EED4B-16BA-46C0-98DB-F346C6CB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08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位置、目标、危险等级、身体状态</a:t>
            </a:r>
          </a:p>
        </p:txBody>
      </p:sp>
      <p:sp>
        <p:nvSpPr>
          <p:cNvPr id="10" name="a2-card-1">
            <a:extLst xmlns:a="http://schemas.openxmlformats.org/drawingml/2006/main">
              <a:ext uri="{FF2B5EF4-FFF2-40B4-BE49-F238E27FC236}">
                <a16:creationId xmlns:a16="http://schemas.microsoft.com/office/drawing/2014/main" id="{50DF02D3-C5F6-4F02-AA0A-DF65BD8B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2-card-title-1">
            <a:extLst xmlns:a="http://schemas.openxmlformats.org/drawingml/2006/main">
              <a:ext uri="{FF2B5EF4-FFF2-40B4-BE49-F238E27FC236}">
                <a16:creationId xmlns:a16="http://schemas.microsoft.com/office/drawing/2014/main" id="{E89CAD2D-B338-4680-81DF-47DF4DD2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NPC 与关系</a:t>
            </a:r>
          </a:p>
        </p:txBody>
      </p:sp>
      <p:sp>
        <p:nvSpPr>
          <p:cNvPr id="12" name="a2-card-body-1">
            <a:extLst xmlns:a="http://schemas.openxmlformats.org/drawingml/2006/main">
              <a:ext uri="{FF2B5EF4-FFF2-40B4-BE49-F238E27FC236}">
                <a16:creationId xmlns:a16="http://schemas.microsoft.com/office/drawing/2014/main" id="{0E3DD7B4-9E9A-4FCC-A570-99BF5A13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719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08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谁出现过，和玩家关系如何</a:t>
            </a:r>
          </a:p>
        </p:txBody>
      </p:sp>
      <p:sp>
        <p:nvSpPr>
          <p:cNvPr id="13" name="a2-card-2">
            <a:extLst xmlns:a="http://schemas.openxmlformats.org/drawingml/2006/main">
              <a:ext uri="{FF2B5EF4-FFF2-40B4-BE49-F238E27FC236}">
                <a16:creationId xmlns:a16="http://schemas.microsoft.com/office/drawing/2014/main" id="{F8F37775-4057-41A2-B620-E9026E07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2-card-title-2">
            <a:extLst xmlns:a="http://schemas.openxmlformats.org/drawingml/2006/main">
              <a:ext uri="{FF2B5EF4-FFF2-40B4-BE49-F238E27FC236}">
                <a16:creationId xmlns:a16="http://schemas.microsoft.com/office/drawing/2014/main" id="{3B1930EC-EC66-4669-8D09-36152EA8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909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物品 / 任务</a:t>
            </a:r>
          </a:p>
        </p:txBody>
      </p:sp>
      <p:sp>
        <p:nvSpPr>
          <p:cNvPr id="15" name="a2-card-body-2">
            <a:extLst xmlns:a="http://schemas.openxmlformats.org/drawingml/2006/main">
              <a:ext uri="{FF2B5EF4-FFF2-40B4-BE49-F238E27FC236}">
                <a16:creationId xmlns:a16="http://schemas.microsoft.com/office/drawing/2014/main" id="{F62ADF62-D06F-43F8-B183-A0876F5B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719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08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拿到了什么、下一步要推进什么</a:t>
            </a:r>
          </a:p>
        </p:txBody>
      </p:sp>
      <p:sp>
        <p:nvSpPr>
          <p:cNvPr id="16" name="a2-card-3">
            <a:extLst xmlns:a="http://schemas.openxmlformats.org/drawingml/2006/main">
              <a:ext uri="{FF2B5EF4-FFF2-40B4-BE49-F238E27FC236}">
                <a16:creationId xmlns:a16="http://schemas.microsoft.com/office/drawing/2014/main" id="{E84AF18D-B674-4C63-B8FB-8318F9FF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3505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2-card-title-3">
            <a:extLst xmlns:a="http://schemas.openxmlformats.org/drawingml/2006/main">
              <a:ext uri="{FF2B5EF4-FFF2-40B4-BE49-F238E27FC236}">
                <a16:creationId xmlns:a16="http://schemas.microsoft.com/office/drawing/2014/main" id="{BED09B01-9A1F-41CA-B3E7-33AAF341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149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世界事实</a:t>
            </a:r>
          </a:p>
        </p:txBody>
      </p:sp>
      <p:sp>
        <p:nvSpPr>
          <p:cNvPr id="18" name="a2-card-body-3">
            <a:extLst xmlns:a="http://schemas.openxmlformats.org/drawingml/2006/main">
              <a:ext uri="{FF2B5EF4-FFF2-40B4-BE49-F238E27FC236}">
                <a16:creationId xmlns:a16="http://schemas.microsoft.com/office/drawing/2014/main" id="{321F3D43-2F96-46FB-A545-498A6B2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959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088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已经揭示并被系统确认的长期信息</a:t>
            </a:r>
          </a:p>
        </p:txBody>
      </p:sp>
      <p:sp>
        <p:nvSpPr>
          <p:cNvPr id="19" name="a2-card-4">
            <a:extLst xmlns:a="http://schemas.openxmlformats.org/drawingml/2006/main">
              <a:ext uri="{FF2B5EF4-FFF2-40B4-BE49-F238E27FC236}">
                <a16:creationId xmlns:a16="http://schemas.microsoft.com/office/drawing/2014/main" id="{47996642-4DB8-4A7C-A063-E8B13589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3505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2-card-title-4">
            <a:extLst xmlns:a="http://schemas.openxmlformats.org/drawingml/2006/main">
              <a:ext uri="{FF2B5EF4-FFF2-40B4-BE49-F238E27FC236}">
                <a16:creationId xmlns:a16="http://schemas.microsoft.com/office/drawing/2014/main" id="{FA7AD3C6-3B60-4F81-85A4-808F97F1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149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Timeline</a:t>
            </a:r>
          </a:p>
        </p:txBody>
      </p:sp>
      <p:sp>
        <p:nvSpPr>
          <p:cNvPr id="21" name="a2-card-body-4">
            <a:extLst xmlns:a="http://schemas.openxmlformats.org/drawingml/2006/main">
              <a:ext uri="{FF2B5EF4-FFF2-40B4-BE49-F238E27FC236}">
                <a16:creationId xmlns:a16="http://schemas.microsoft.com/office/drawing/2014/main" id="{B6A5CC0F-BA44-4E32-9E86-505AD824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959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DFE6FF"/>
                </a:solidFill>
                <a:latin typeface="Noto Sans SC"/>
                <a:ea typeface="Noto Sans SC"/>
                <a:cs typeface="Noto Sans SC"/>
              </a:defRPr>
            </a:pPr>
            <a:r>
              <a:rPr sz="1088" b="0">
                <a:solidFill>
                  <a:srgbClr val="DFE6FF"/>
                </a:solidFill>
                <a:latin typeface="Noto Sans SC"/>
                <a:ea typeface="Noto Sans SC"/>
                <a:cs typeface="Noto Sans SC"/>
              </a:rPr>
              <a:t>Arc、Session、Anchor Event 的可视化</a:t>
            </a:r>
          </a:p>
        </p:txBody>
      </p:sp>
      <p:sp>
        <p:nvSpPr>
          <p:cNvPr id="22" name="a2-summary">
            <a:extLst xmlns:a="http://schemas.openxmlformats.org/drawingml/2006/main">
              <a:ext uri="{FF2B5EF4-FFF2-40B4-BE49-F238E27FC236}">
                <a16:creationId xmlns:a16="http://schemas.microsoft.com/office/drawing/2014/main" id="{5C542226-4147-49B1-8F0D-240840C5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A 的一句话总结：把模型内部的状态管理，翻译成玩家能信任的游戏面板。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760E52-5C86-413C-B76B-EBF94E95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6626099-944C-4D26-ADED-B73A7287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1592906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2F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224149-2825-441B-BAE9-B825025F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-meta">
            <a:extLst xmlns:a="http://schemas.openxmlformats.org/drawingml/2006/main">
              <a:ext uri="{FF2B5EF4-FFF2-40B4-BE49-F238E27FC236}">
                <a16:creationId xmlns:a16="http://schemas.microsoft.com/office/drawing/2014/main" id="{EC17B950-6CEF-4B74-A172-5EAE42A0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>
                    <a:alpha val="7600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FFFFF">
                    <a:alpha val="76000"/>
                  </a:srgbClr>
                </a:solidFill>
                <a:latin typeface="JetBrains Mono"/>
                <a:ea typeface="JetBrains Mono"/>
                <a:cs typeface="JetBrains Mono"/>
              </a:rPr>
              <a:t>B / BACKEND &amp; NARRATIVE ENGINE</a:t>
            </a:r>
          </a:p>
        </p:txBody>
      </p:sp>
      <p:sp>
        <p:nvSpPr>
          <p:cNvPr id="3" name="b-page">
            <a:extLst xmlns:a="http://schemas.openxmlformats.org/drawingml/2006/main">
              <a:ext uri="{FF2B5EF4-FFF2-40B4-BE49-F238E27FC236}">
                <a16:creationId xmlns:a16="http://schemas.microsoft.com/office/drawing/2014/main" id="{402DD8DA-9506-414F-9042-A6CC2536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19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7600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FFFFF">
                    <a:alpha val="76000"/>
                  </a:srgbClr>
                </a:solidFill>
                <a:latin typeface="JetBrains Mono"/>
                <a:ea typeface="JetBrains Mono"/>
                <a:cs typeface="JetBrains Mono"/>
              </a:rPr>
              <a:t>10 / 16</a:t>
            </a:r>
          </a:p>
        </p:txBody>
      </p:sp>
      <p:sp>
        <p:nvSpPr>
          <p:cNvPr id="4" name="b-letter">
            <a:extLst xmlns:a="http://schemas.openxmlformats.org/drawingml/2006/main">
              <a:ext uri="{FF2B5EF4-FFF2-40B4-BE49-F238E27FC236}">
                <a16:creationId xmlns:a16="http://schemas.microsoft.com/office/drawing/2014/main" id="{2A814BC3-1702-4468-948F-B9FED10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</a:t>
            </a:r>
          </a:p>
        </p:txBody>
      </p:sp>
      <p:sp>
        <p:nvSpPr>
          <p:cNvPr id="5" name="b-title">
            <a:extLst xmlns:a="http://schemas.openxmlformats.org/drawingml/2006/main">
              <a:ext uri="{FF2B5EF4-FFF2-40B4-BE49-F238E27FC236}">
                <a16:creationId xmlns:a16="http://schemas.microsoft.com/office/drawing/2014/main" id="{510D5345-F4BD-47C0-8B11-D84E941C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334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后端与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叙事引擎</a:t>
            </a:r>
          </a:p>
        </p:txBody>
      </p:sp>
      <p:sp>
        <p:nvSpPr>
          <p:cNvPr id="6" name="b-lead">
            <a:extLst xmlns:a="http://schemas.openxmlformats.org/drawingml/2006/main">
              <a:ext uri="{FF2B5EF4-FFF2-40B4-BE49-F238E27FC236}">
                <a16:creationId xmlns:a16="http://schemas.microsoft.com/office/drawing/2014/main" id="{6BB78D11-4697-46F8-AD4F-55B9E3B9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FFFFFF">
                    <a:alpha val="88000"/>
                  </a:srgbClr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FFFFF">
                    <a:alpha val="88000"/>
                  </a:srgbClr>
                </a:solidFill>
                <a:latin typeface="Noto Sans SC"/>
                <a:ea typeface="Noto Sans SC"/>
                <a:cs typeface="Noto Sans SC"/>
              </a:rPr>
              <a:t>讲解目标：说明系统为什么能持续讲故事，而不是每一轮随机续写。</a:t>
            </a:r>
          </a:p>
        </p:txBody>
      </p:sp>
      <p:sp>
        <p:nvSpPr>
          <p:cNvPr id="7" name="b-paper-card">
            <a:extLst xmlns:a="http://schemas.openxmlformats.org/drawingml/2006/main">
              <a:ext uri="{FF2B5EF4-FFF2-40B4-BE49-F238E27FC236}">
                <a16:creationId xmlns:a16="http://schemas.microsoft.com/office/drawing/2014/main" id="{9392F17E-C8D3-46EF-BC7F-87190224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43000"/>
            <a:ext cx="3067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-list-sq-0">
            <a:extLst xmlns:a="http://schemas.openxmlformats.org/drawingml/2006/main">
              <a:ext uri="{FF2B5EF4-FFF2-40B4-BE49-F238E27FC236}">
                <a16:creationId xmlns:a16="http://schemas.microsoft.com/office/drawing/2014/main" id="{A908D862-C4E2-4CF6-82DF-D7184194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14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-list-text-0">
            <a:extLst xmlns:a="http://schemas.openxmlformats.org/drawingml/2006/main">
              <a:ext uri="{FF2B5EF4-FFF2-40B4-BE49-F238E27FC236}">
                <a16:creationId xmlns:a16="http://schemas.microsoft.com/office/drawing/2014/main" id="{CE78B3E5-3FAC-4696-A48E-51548841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FastAPI API</a:t>
            </a:r>
          </a:p>
        </p:txBody>
      </p:sp>
      <p:sp>
        <p:nvSpPr>
          <p:cNvPr id="10" name="b-list-sq-1">
            <a:extLst xmlns:a="http://schemas.openxmlformats.org/drawingml/2006/main">
              <a:ext uri="{FF2B5EF4-FFF2-40B4-BE49-F238E27FC236}">
                <a16:creationId xmlns:a16="http://schemas.microsoft.com/office/drawing/2014/main" id="{A08B9AD5-689D-4A71-9B74-553960C1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19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-list-text-1">
            <a:extLst xmlns:a="http://schemas.openxmlformats.org/drawingml/2006/main">
              <a:ext uri="{FF2B5EF4-FFF2-40B4-BE49-F238E27FC236}">
                <a16:creationId xmlns:a16="http://schemas.microsoft.com/office/drawing/2014/main" id="{9D6FFC33-D717-45FF-934D-D64CE831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621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Campaign Engine</a:t>
            </a:r>
          </a:p>
        </p:txBody>
      </p:sp>
      <p:sp>
        <p:nvSpPr>
          <p:cNvPr id="12" name="b-list-sq-2">
            <a:extLst xmlns:a="http://schemas.openxmlformats.org/drawingml/2006/main">
              <a:ext uri="{FF2B5EF4-FFF2-40B4-BE49-F238E27FC236}">
                <a16:creationId xmlns:a16="http://schemas.microsoft.com/office/drawing/2014/main" id="{95AC2F49-42CD-46B1-8906-13631DFB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-list-text-2">
            <a:extLst xmlns:a="http://schemas.openxmlformats.org/drawingml/2006/main">
              <a:ext uri="{FF2B5EF4-FFF2-40B4-BE49-F238E27FC236}">
                <a16:creationId xmlns:a16="http://schemas.microsoft.com/office/drawing/2014/main" id="{8191FEC0-651A-45A3-90B4-13FE336D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Game State</a:t>
            </a:r>
          </a:p>
        </p:txBody>
      </p:sp>
      <p:sp>
        <p:nvSpPr>
          <p:cNvPr id="14" name="b-list-sq-3">
            <a:extLst xmlns:a="http://schemas.openxmlformats.org/drawingml/2006/main">
              <a:ext uri="{FF2B5EF4-FFF2-40B4-BE49-F238E27FC236}">
                <a16:creationId xmlns:a16="http://schemas.microsoft.com/office/drawing/2014/main" id="{E3B77077-8C5E-4974-88E5-0D82141E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28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-list-text-3">
            <a:extLst xmlns:a="http://schemas.openxmlformats.org/drawingml/2006/main">
              <a:ext uri="{FF2B5EF4-FFF2-40B4-BE49-F238E27FC236}">
                <a16:creationId xmlns:a16="http://schemas.microsoft.com/office/drawing/2014/main" id="{BA74D788-C862-4E96-A9FA-DDED2775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7182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RAG 知识库</a:t>
            </a:r>
          </a:p>
        </p:txBody>
      </p:sp>
      <p:sp>
        <p:nvSpPr>
          <p:cNvPr id="16" name="b-list-sq-4">
            <a:extLst xmlns:a="http://schemas.openxmlformats.org/drawingml/2006/main">
              <a:ext uri="{FF2B5EF4-FFF2-40B4-BE49-F238E27FC236}">
                <a16:creationId xmlns:a16="http://schemas.microsoft.com/office/drawing/2014/main" id="{F84C9EFD-A073-4984-931B-8B3E52DA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33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-list-text-4">
            <a:extLst xmlns:a="http://schemas.openxmlformats.org/drawingml/2006/main">
              <a:ext uri="{FF2B5EF4-FFF2-40B4-BE49-F238E27FC236}">
                <a16:creationId xmlns:a16="http://schemas.microsoft.com/office/drawing/2014/main" id="{4BDA4D3F-3D7B-4CEF-B012-17715A58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JSON 协议</a:t>
            </a:r>
          </a:p>
        </p:txBody>
      </p:sp>
    </p:spTree>
    <p:extLst>
      <p:ext uri="{BB962C8B-B14F-4D97-AF65-F5344CB8AC3E}">
        <p14:creationId xmlns:p14="http://schemas.microsoft.com/office/powerpoint/2010/main" val="10547292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11">
            <a:extLst xmlns:a="http://schemas.openxmlformats.org/drawingml/2006/main">
              <a:ext uri="{FF2B5EF4-FFF2-40B4-BE49-F238E27FC236}">
                <a16:creationId xmlns:a16="http://schemas.microsoft.com/office/drawing/2014/main" id="{ABF601C9-CBEB-4988-817A-F0330530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11">
            <a:extLst xmlns:a="http://schemas.openxmlformats.org/drawingml/2006/main">
              <a:ext uri="{FF2B5EF4-FFF2-40B4-BE49-F238E27FC236}">
                <a16:creationId xmlns:a16="http://schemas.microsoft.com/office/drawing/2014/main" id="{FC982350-C6E8-48D0-A15E-8C78449D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11 / 16</a:t>
            </a:r>
          </a:p>
        </p:txBody>
      </p:sp>
      <p:sp>
        <p:nvSpPr>
          <p:cNvPr id="3" name="header-rule-11">
            <a:extLst xmlns:a="http://schemas.openxmlformats.org/drawingml/2006/main">
              <a:ext uri="{FF2B5EF4-FFF2-40B4-BE49-F238E27FC236}">
                <a16:creationId xmlns:a16="http://schemas.microsoft.com/office/drawing/2014/main" id="{14EE70E4-C49D-4D04-B5A7-5477228A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11">
            <a:extLst xmlns:a="http://schemas.openxmlformats.org/drawingml/2006/main">
              <a:ext uri="{FF2B5EF4-FFF2-40B4-BE49-F238E27FC236}">
                <a16:creationId xmlns:a16="http://schemas.microsoft.com/office/drawing/2014/main" id="{97460424-338C-488D-B178-C3C9BE45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B1 / GENERATION LOOP</a:t>
            </a:r>
          </a:p>
        </p:txBody>
      </p:sp>
      <p:sp>
        <p:nvSpPr>
          <p:cNvPr id="5" name="title-11">
            <a:extLst xmlns:a="http://schemas.openxmlformats.org/drawingml/2006/main">
              <a:ext uri="{FF2B5EF4-FFF2-40B4-BE49-F238E27FC236}">
                <a16:creationId xmlns:a16="http://schemas.microsoft.com/office/drawing/2014/main" id="{471A4F19-1547-43B2-9DA8-F5D81A2D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B 要讲清楚：一次生成发生了什么</a:t>
            </a:r>
          </a:p>
        </p:txBody>
      </p:sp>
      <p:sp>
        <p:nvSpPr>
          <p:cNvPr id="6" name="lead-11">
            <a:extLst xmlns:a="http://schemas.openxmlformats.org/drawingml/2006/main">
              <a:ext uri="{FF2B5EF4-FFF2-40B4-BE49-F238E27FC236}">
                <a16:creationId xmlns:a16="http://schemas.microsoft.com/office/drawing/2014/main" id="{D767A6F7-C7EB-43ED-A277-206DF063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重点不是背代码文件名，而是把后端流水线讲成一条可理解的因果链。</a:t>
            </a:r>
          </a:p>
        </p:txBody>
      </p:sp>
      <p:sp>
        <p:nvSpPr>
          <p:cNvPr id="7" name="b1-block-0">
            <a:extLst xmlns:a="http://schemas.openxmlformats.org/drawingml/2006/main">
              <a:ext uri="{FF2B5EF4-FFF2-40B4-BE49-F238E27FC236}">
                <a16:creationId xmlns:a16="http://schemas.microsoft.com/office/drawing/2014/main" id="{1AF08622-A5CB-4744-AF63-36ECD42A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1-block-title-0">
            <a:extLst xmlns:a="http://schemas.openxmlformats.org/drawingml/2006/main">
              <a:ext uri="{FF2B5EF4-FFF2-40B4-BE49-F238E27FC236}">
                <a16:creationId xmlns:a16="http://schemas.microsoft.com/office/drawing/2014/main" id="{02D319DA-AB4A-4F74-85BB-F02A8FC1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rPr>
              <a:t>POST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rPr>
              <a:t>/sessions</a:t>
            </a:r>
          </a:p>
        </p:txBody>
      </p:sp>
      <p:sp>
        <p:nvSpPr>
          <p:cNvPr id="9" name="b1-block-body-0">
            <a:extLst xmlns:a="http://schemas.openxmlformats.org/drawingml/2006/main">
              <a:ext uri="{FF2B5EF4-FFF2-40B4-BE49-F238E27FC236}">
                <a16:creationId xmlns:a16="http://schemas.microsoft.com/office/drawing/2014/main" id="{72BA78BE-51FA-4202-9FC6-52AEB085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创建会话</a:t>
            </a:r>
          </a:p>
        </p:txBody>
      </p:sp>
      <p:sp>
        <p:nvSpPr>
          <p:cNvPr id="10" name="b1-link-0">
            <a:extLst xmlns:a="http://schemas.openxmlformats.org/drawingml/2006/main">
              <a:ext uri="{FF2B5EF4-FFF2-40B4-BE49-F238E27FC236}">
                <a16:creationId xmlns:a16="http://schemas.microsoft.com/office/drawing/2014/main" id="{01AB4972-DA7C-45D2-BD2D-7B8D846A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147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1" name="b1-link-dot-0">
            <a:extLst xmlns:a="http://schemas.openxmlformats.org/drawingml/2006/main">
              <a:ext uri="{FF2B5EF4-FFF2-40B4-BE49-F238E27FC236}">
                <a16:creationId xmlns:a16="http://schemas.microsoft.com/office/drawing/2014/main" id="{09A434C9-6A4B-4225-BBFE-3A25546B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76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1-block-1">
            <a:extLst xmlns:a="http://schemas.openxmlformats.org/drawingml/2006/main">
              <a:ext uri="{FF2B5EF4-FFF2-40B4-BE49-F238E27FC236}">
                <a16:creationId xmlns:a16="http://schemas.microsoft.com/office/drawing/2014/main" id="{9536D0E3-0AF3-49E9-9A10-C46C70E7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9565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1-block-title-1">
            <a:extLst xmlns:a="http://schemas.openxmlformats.org/drawingml/2006/main">
              <a:ext uri="{FF2B5EF4-FFF2-40B4-BE49-F238E27FC236}">
                <a16:creationId xmlns:a16="http://schemas.microsoft.com/office/drawing/2014/main" id="{80EB953F-0AFD-47E1-B9D8-1465BC3B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861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rPr>
              <a:t>POST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0A0A0A"/>
                </a:solidFill>
                <a:latin typeface="JetBrains Mono"/>
                <a:ea typeface="JetBrains Mono"/>
                <a:cs typeface="JetBrains Mono"/>
              </a:rPr>
              <a:t>/generate</a:t>
            </a:r>
          </a:p>
        </p:txBody>
      </p:sp>
      <p:sp>
        <p:nvSpPr>
          <p:cNvPr id="14" name="b1-block-body-1">
            <a:extLst xmlns:a="http://schemas.openxmlformats.org/drawingml/2006/main">
              <a:ext uri="{FF2B5EF4-FFF2-40B4-BE49-F238E27FC236}">
                <a16:creationId xmlns:a16="http://schemas.microsoft.com/office/drawing/2014/main" id="{8531E08C-66E0-4EF0-A93F-531FBE3F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148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推进一幕</a:t>
            </a:r>
          </a:p>
        </p:txBody>
      </p:sp>
      <p:sp>
        <p:nvSpPr>
          <p:cNvPr id="15" name="b1-link-1">
            <a:extLst xmlns:a="http://schemas.openxmlformats.org/drawingml/2006/main">
              <a:ext uri="{FF2B5EF4-FFF2-40B4-BE49-F238E27FC236}">
                <a16:creationId xmlns:a16="http://schemas.microsoft.com/office/drawing/2014/main" id="{47A7A1C5-1596-4BEB-A3FC-C42EDE6D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147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6" name="b1-link-dot-1">
            <a:extLst xmlns:a="http://schemas.openxmlformats.org/drawingml/2006/main">
              <a:ext uri="{FF2B5EF4-FFF2-40B4-BE49-F238E27FC236}">
                <a16:creationId xmlns:a16="http://schemas.microsoft.com/office/drawing/2014/main" id="{6FC89ADD-6C35-4912-B208-15CBAB50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76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1-block-2">
            <a:extLst xmlns:a="http://schemas.openxmlformats.org/drawingml/2006/main">
              <a:ext uri="{FF2B5EF4-FFF2-40B4-BE49-F238E27FC236}">
                <a16:creationId xmlns:a16="http://schemas.microsoft.com/office/drawing/2014/main" id="{7B950C77-7C31-44F6-A147-1F6FB5E3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9565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1-block-title-2">
            <a:extLst xmlns:a="http://schemas.openxmlformats.org/drawingml/2006/main">
              <a:ext uri="{FF2B5EF4-FFF2-40B4-BE49-F238E27FC236}">
                <a16:creationId xmlns:a16="http://schemas.microsoft.com/office/drawing/2014/main" id="{EC861C69-B4FE-46BA-9CC9-29328131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PromptBuilder</a:t>
            </a:r>
          </a:p>
        </p:txBody>
      </p:sp>
      <p:sp>
        <p:nvSpPr>
          <p:cNvPr id="19" name="b1-block-body-2">
            <a:extLst xmlns:a="http://schemas.openxmlformats.org/drawingml/2006/main">
              <a:ext uri="{FF2B5EF4-FFF2-40B4-BE49-F238E27FC236}">
                <a16:creationId xmlns:a16="http://schemas.microsoft.com/office/drawing/2014/main" id="{195197F1-7133-4A4D-A3DB-6D26760C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148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拼接上下文</a:t>
            </a:r>
          </a:p>
        </p:txBody>
      </p:sp>
      <p:sp>
        <p:nvSpPr>
          <p:cNvPr id="20" name="b1-link-2">
            <a:extLst xmlns:a="http://schemas.openxmlformats.org/drawingml/2006/main">
              <a:ext uri="{FF2B5EF4-FFF2-40B4-BE49-F238E27FC236}">
                <a16:creationId xmlns:a16="http://schemas.microsoft.com/office/drawing/2014/main" id="{05953BF0-3E2A-4B69-9D9C-A4AFD5C9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147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1" name="b1-link-dot-2">
            <a:extLst xmlns:a="http://schemas.openxmlformats.org/drawingml/2006/main">
              <a:ext uri="{FF2B5EF4-FFF2-40B4-BE49-F238E27FC236}">
                <a16:creationId xmlns:a16="http://schemas.microsoft.com/office/drawing/2014/main" id="{8CEFFF39-4E5D-4C5E-9282-8CE2A003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76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1-block-3">
            <a:extLst xmlns:a="http://schemas.openxmlformats.org/drawingml/2006/main">
              <a:ext uri="{FF2B5EF4-FFF2-40B4-BE49-F238E27FC236}">
                <a16:creationId xmlns:a16="http://schemas.microsoft.com/office/drawing/2014/main" id="{584634BD-62E0-42AB-BE83-CD507499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1-block-title-3">
            <a:extLst xmlns:a="http://schemas.openxmlformats.org/drawingml/2006/main">
              <a:ext uri="{FF2B5EF4-FFF2-40B4-BE49-F238E27FC236}">
                <a16:creationId xmlns:a16="http://schemas.microsoft.com/office/drawing/2014/main" id="{2069E1D3-1824-4F2B-9556-123C0D67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861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LLMClient</a:t>
            </a:r>
          </a:p>
        </p:txBody>
      </p:sp>
      <p:sp>
        <p:nvSpPr>
          <p:cNvPr id="24" name="b1-block-body-3">
            <a:extLst xmlns:a="http://schemas.openxmlformats.org/drawingml/2006/main">
              <a:ext uri="{FF2B5EF4-FFF2-40B4-BE49-F238E27FC236}">
                <a16:creationId xmlns:a16="http://schemas.microsoft.com/office/drawing/2014/main" id="{1F74FEFC-B582-4C28-867F-8263C53B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148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E6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DFE6FF"/>
                </a:solidFill>
                <a:latin typeface="Noto Sans SC"/>
                <a:ea typeface="Noto Sans SC"/>
                <a:cs typeface="Noto Sans SC"/>
              </a:rPr>
              <a:t>生成 JSON</a:t>
            </a:r>
          </a:p>
        </p:txBody>
      </p:sp>
      <p:sp>
        <p:nvSpPr>
          <p:cNvPr id="25" name="b1-link-3">
            <a:extLst xmlns:a="http://schemas.openxmlformats.org/drawingml/2006/main">
              <a:ext uri="{FF2B5EF4-FFF2-40B4-BE49-F238E27FC236}">
                <a16:creationId xmlns:a16="http://schemas.microsoft.com/office/drawing/2014/main" id="{B08C84B4-92DA-4D91-96A3-AF22BC2A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147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6" name="b1-link-dot-3">
            <a:extLst xmlns:a="http://schemas.openxmlformats.org/drawingml/2006/main">
              <a:ext uri="{FF2B5EF4-FFF2-40B4-BE49-F238E27FC236}">
                <a16:creationId xmlns:a16="http://schemas.microsoft.com/office/drawing/2014/main" id="{5A6FB9B8-0638-47CB-89BD-7C8E3CD0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76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1-block-4">
            <a:extLst xmlns:a="http://schemas.openxmlformats.org/drawingml/2006/main">
              <a:ext uri="{FF2B5EF4-FFF2-40B4-BE49-F238E27FC236}">
                <a16:creationId xmlns:a16="http://schemas.microsoft.com/office/drawing/2014/main" id="{650924E1-E8F4-491E-BEDC-D2F8EDFB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9565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1-block-title-4">
            <a:extLst xmlns:a="http://schemas.openxmlformats.org/drawingml/2006/main">
              <a:ext uri="{FF2B5EF4-FFF2-40B4-BE49-F238E27FC236}">
                <a16:creationId xmlns:a16="http://schemas.microsoft.com/office/drawing/2014/main" id="{F5ADD172-5A1E-4CD6-83B2-50A9A715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861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GameState</a:t>
            </a:r>
          </a:p>
        </p:txBody>
      </p:sp>
      <p:sp>
        <p:nvSpPr>
          <p:cNvPr id="29" name="b1-block-body-4">
            <a:extLst xmlns:a="http://schemas.openxmlformats.org/drawingml/2006/main">
              <a:ext uri="{FF2B5EF4-FFF2-40B4-BE49-F238E27FC236}">
                <a16:creationId xmlns:a16="http://schemas.microsoft.com/office/drawing/2014/main" id="{7B86056F-FC52-48A4-B497-84BC930E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148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合并状态</a:t>
            </a:r>
          </a:p>
        </p:txBody>
      </p:sp>
      <p:sp>
        <p:nvSpPr>
          <p:cNvPr id="30" name="b1-bullets-sq-0">
            <a:extLst xmlns:a="http://schemas.openxmlformats.org/drawingml/2006/main">
              <a:ext uri="{FF2B5EF4-FFF2-40B4-BE49-F238E27FC236}">
                <a16:creationId xmlns:a16="http://schemas.microsoft.com/office/drawing/2014/main" id="{B9886ADE-604E-4BC2-A9DA-981DC31F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1-bullets-text-0">
            <a:extLst xmlns:a="http://schemas.openxmlformats.org/drawingml/2006/main">
              <a:ext uri="{FF2B5EF4-FFF2-40B4-BE49-F238E27FC236}">
                <a16:creationId xmlns:a16="http://schemas.microsoft.com/office/drawing/2014/main" id="{7C9B9CEB-6CEC-4A01-ACE2-8F702B1F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8635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讲接口：`POST /sessions` 创建会话；`POST /sessions/{id}/generate` 推进剧情。</a:t>
            </a:r>
          </a:p>
        </p:txBody>
      </p:sp>
      <p:sp>
        <p:nvSpPr>
          <p:cNvPr id="32" name="b1-bullets-sq-1">
            <a:extLst xmlns:a="http://schemas.openxmlformats.org/drawingml/2006/main">
              <a:ext uri="{FF2B5EF4-FFF2-40B4-BE49-F238E27FC236}">
                <a16:creationId xmlns:a16="http://schemas.microsoft.com/office/drawing/2014/main" id="{643F5808-905B-4CF8-B491-694D2F1B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1-bullets-text-1">
            <a:extLst xmlns:a="http://schemas.openxmlformats.org/drawingml/2006/main">
              <a:ext uri="{FF2B5EF4-FFF2-40B4-BE49-F238E27FC236}">
                <a16:creationId xmlns:a16="http://schemas.microsoft.com/office/drawing/2014/main" id="{460CCB39-2450-490C-995F-11C412E6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讲约束：每轮读取状态、RAG 命中、Campaign 进度，再组装 prompt。</a:t>
            </a:r>
          </a:p>
        </p:txBody>
      </p:sp>
      <p:sp>
        <p:nvSpPr>
          <p:cNvPr id="34" name="b1-bullets-sq-2">
            <a:extLst xmlns:a="http://schemas.openxmlformats.org/drawingml/2006/main">
              <a:ext uri="{FF2B5EF4-FFF2-40B4-BE49-F238E27FC236}">
                <a16:creationId xmlns:a16="http://schemas.microsoft.com/office/drawing/2014/main" id="{AA19A27D-D25D-4277-9BA2-F28B9747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1-bullets-text-2">
            <a:extLst xmlns:a="http://schemas.openxmlformats.org/drawingml/2006/main">
              <a:ext uri="{FF2B5EF4-FFF2-40B4-BE49-F238E27FC236}">
                <a16:creationId xmlns:a16="http://schemas.microsoft.com/office/drawing/2014/main" id="{62E9BDE0-89AE-4B52-90FD-EFD74735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2455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讲返回：前端收到 output、state、retrieved_chunks，所以能同步更新 UI。</a:t>
            </a:r>
          </a:p>
        </p:txBody>
      </p:sp>
      <p:sp>
        <p:nvSpPr>
          <p:cNvPr id="3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1117322-F8B8-4C28-8B20-974812C9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47CB2E7-55A1-4C9A-936C-9A78EAED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3758109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12">
            <a:extLst xmlns:a="http://schemas.openxmlformats.org/drawingml/2006/main">
              <a:ext uri="{FF2B5EF4-FFF2-40B4-BE49-F238E27FC236}">
                <a16:creationId xmlns:a16="http://schemas.microsoft.com/office/drawing/2014/main" id="{E6EAA414-E0D8-4320-9FF0-3C593F0F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12">
            <a:extLst xmlns:a="http://schemas.openxmlformats.org/drawingml/2006/main">
              <a:ext uri="{FF2B5EF4-FFF2-40B4-BE49-F238E27FC236}">
                <a16:creationId xmlns:a16="http://schemas.microsoft.com/office/drawing/2014/main" id="{799BD5B6-800B-4EFC-9E2B-00727DF1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12 / 16</a:t>
            </a:r>
          </a:p>
        </p:txBody>
      </p:sp>
      <p:sp>
        <p:nvSpPr>
          <p:cNvPr id="3" name="header-rule-12">
            <a:extLst xmlns:a="http://schemas.openxmlformats.org/drawingml/2006/main">
              <a:ext uri="{FF2B5EF4-FFF2-40B4-BE49-F238E27FC236}">
                <a16:creationId xmlns:a16="http://schemas.microsoft.com/office/drawing/2014/main" id="{258C5481-F84D-43FE-A292-EE190507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12">
            <a:extLst xmlns:a="http://schemas.openxmlformats.org/drawingml/2006/main">
              <a:ext uri="{FF2B5EF4-FFF2-40B4-BE49-F238E27FC236}">
                <a16:creationId xmlns:a16="http://schemas.microsoft.com/office/drawing/2014/main" id="{C93E2256-398A-4324-BF18-C526862F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B2 / STRUCTURE</a:t>
            </a:r>
          </a:p>
        </p:txBody>
      </p:sp>
      <p:sp>
        <p:nvSpPr>
          <p:cNvPr id="5" name="title-12">
            <a:extLst xmlns:a="http://schemas.openxmlformats.org/drawingml/2006/main">
              <a:ext uri="{FF2B5EF4-FFF2-40B4-BE49-F238E27FC236}">
                <a16:creationId xmlns:a16="http://schemas.microsoft.com/office/drawing/2014/main" id="{7D6E64A3-53FB-4880-AAD4-86DFE15E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Campaign 是叙事骨架，不是固定剧本</a:t>
            </a:r>
          </a:p>
        </p:txBody>
      </p:sp>
      <p:sp>
        <p:nvSpPr>
          <p:cNvPr id="6" name="lead-12">
            <a:extLst xmlns:a="http://schemas.openxmlformats.org/drawingml/2006/main">
              <a:ext uri="{FF2B5EF4-FFF2-40B4-BE49-F238E27FC236}">
                <a16:creationId xmlns:a16="http://schemas.microsoft.com/office/drawing/2014/main" id="{820820A1-1BD0-4B58-935C-B6F5AE4A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LLM 负责写具体文本；Campaign、状态记忆、RAG 和 JSON 校验负责让它不要乱跑。</a:t>
            </a:r>
          </a:p>
        </p:txBody>
      </p:sp>
      <p:sp>
        <p:nvSpPr>
          <p:cNvPr id="7" name="b2-level-0">
            <a:extLst xmlns:a="http://schemas.openxmlformats.org/drawingml/2006/main">
              <a:ext uri="{FF2B5EF4-FFF2-40B4-BE49-F238E27FC236}">
                <a16:creationId xmlns:a16="http://schemas.microsoft.com/office/drawing/2014/main" id="{A8FB4B29-EB1B-4C17-82F5-10CD8108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96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2-level-label-0">
            <a:extLst xmlns:a="http://schemas.openxmlformats.org/drawingml/2006/main">
              <a:ext uri="{FF2B5EF4-FFF2-40B4-BE49-F238E27FC236}">
                <a16:creationId xmlns:a16="http://schemas.microsoft.com/office/drawing/2014/main" id="{EAC4DE41-F37D-4A81-AB97-110B77E6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Campaign</a:t>
            </a:r>
          </a:p>
        </p:txBody>
      </p:sp>
      <p:sp>
        <p:nvSpPr>
          <p:cNvPr id="9" name="b2-level-title-0">
            <a:extLst xmlns:a="http://schemas.openxmlformats.org/drawingml/2006/main">
              <a:ext uri="{FF2B5EF4-FFF2-40B4-BE49-F238E27FC236}">
                <a16:creationId xmlns:a16="http://schemas.microsoft.com/office/drawing/2014/main" id="{07DB2E41-EF7B-47BD-9A75-1AAFBF54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卡塞尔入学档案</a:t>
            </a:r>
          </a:p>
        </p:txBody>
      </p:sp>
      <p:sp>
        <p:nvSpPr>
          <p:cNvPr id="10" name="b2-level-1">
            <a:extLst xmlns:a="http://schemas.openxmlformats.org/drawingml/2006/main">
              <a:ext uri="{FF2B5EF4-FFF2-40B4-BE49-F238E27FC236}">
                <a16:creationId xmlns:a16="http://schemas.microsoft.com/office/drawing/2014/main" id="{26085F47-BE2C-4317-8F8D-1D7C2B4F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48050"/>
            <a:ext cx="196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2-level-label-1">
            <a:extLst xmlns:a="http://schemas.openxmlformats.org/drawingml/2006/main">
              <a:ext uri="{FF2B5EF4-FFF2-40B4-BE49-F238E27FC236}">
                <a16:creationId xmlns:a16="http://schemas.microsoft.com/office/drawing/2014/main" id="{8E20CA44-C599-4D66-B029-2469534A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004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Arc</a:t>
            </a:r>
          </a:p>
        </p:txBody>
      </p:sp>
      <p:sp>
        <p:nvSpPr>
          <p:cNvPr id="12" name="b2-level-title-1">
            <a:extLst xmlns:a="http://schemas.openxmlformats.org/drawingml/2006/main">
              <a:ext uri="{FF2B5EF4-FFF2-40B4-BE49-F238E27FC236}">
                <a16:creationId xmlns:a16="http://schemas.microsoft.com/office/drawing/2014/main" id="{980A0D30-7976-4BFD-9462-581B7602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243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疑云 / 暗流 / 觉醒</a:t>
            </a:r>
          </a:p>
        </p:txBody>
      </p:sp>
      <p:sp>
        <p:nvSpPr>
          <p:cNvPr id="13" name="b2-level-2">
            <a:extLst xmlns:a="http://schemas.openxmlformats.org/drawingml/2006/main">
              <a:ext uri="{FF2B5EF4-FFF2-40B4-BE49-F238E27FC236}">
                <a16:creationId xmlns:a16="http://schemas.microsoft.com/office/drawing/2014/main" id="{C7741ECB-4D45-4429-95C9-F3FBF8D4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196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2-level-label-2">
            <a:extLst xmlns:a="http://schemas.openxmlformats.org/drawingml/2006/main">
              <a:ext uri="{FF2B5EF4-FFF2-40B4-BE49-F238E27FC236}">
                <a16:creationId xmlns:a16="http://schemas.microsoft.com/office/drawing/2014/main" id="{8F4A391D-B8E5-4E81-930D-6CDAA235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290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Session</a:t>
            </a:r>
          </a:p>
        </p:txBody>
      </p:sp>
      <p:sp>
        <p:nvSpPr>
          <p:cNvPr id="15" name="b2-level-title-2">
            <a:extLst xmlns:a="http://schemas.openxmlformats.org/drawingml/2006/main">
              <a:ext uri="{FF2B5EF4-FFF2-40B4-BE49-F238E27FC236}">
                <a16:creationId xmlns:a16="http://schemas.microsoft.com/office/drawing/2014/main" id="{D1CFF4BF-6CAD-4FE7-ADE6-DBF57682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529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初入校园 / 档案室之谜 / 钟楼听证</a:t>
            </a:r>
          </a:p>
        </p:txBody>
      </p:sp>
      <p:sp>
        <p:nvSpPr>
          <p:cNvPr id="16" name="b2-level-3">
            <a:extLst xmlns:a="http://schemas.openxmlformats.org/drawingml/2006/main">
              <a:ext uri="{FF2B5EF4-FFF2-40B4-BE49-F238E27FC236}">
                <a16:creationId xmlns:a16="http://schemas.microsoft.com/office/drawing/2014/main" id="{57F20B73-2088-4A9D-A2F7-2F533E4C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05250"/>
            <a:ext cx="196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2-level-label-3">
            <a:extLst xmlns:a="http://schemas.openxmlformats.org/drawingml/2006/main">
              <a:ext uri="{FF2B5EF4-FFF2-40B4-BE49-F238E27FC236}">
                <a16:creationId xmlns:a16="http://schemas.microsoft.com/office/drawing/2014/main" id="{235FD218-8BEB-403F-A156-64B026B4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576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Anchor Event</a:t>
            </a:r>
          </a:p>
        </p:txBody>
      </p:sp>
      <p:sp>
        <p:nvSpPr>
          <p:cNvPr id="18" name="b2-level-title-3">
            <a:extLst xmlns:a="http://schemas.openxmlformats.org/drawingml/2006/main">
              <a:ext uri="{FF2B5EF4-FFF2-40B4-BE49-F238E27FC236}">
                <a16:creationId xmlns:a16="http://schemas.microsoft.com/office/drawing/2014/main" id="{AB0DE632-368A-4081-A1E1-81FC724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3815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发现红色标记 / 接受预备任务</a:t>
            </a:r>
          </a:p>
        </p:txBody>
      </p:sp>
      <p:sp>
        <p:nvSpPr>
          <p:cNvPr id="19" name="b2-black-bar">
            <a:extLst xmlns:a="http://schemas.openxmlformats.org/drawingml/2006/main">
              <a:ext uri="{FF2B5EF4-FFF2-40B4-BE49-F238E27FC236}">
                <a16:creationId xmlns:a16="http://schemas.microsoft.com/office/drawing/2014/main" id="{76B80DE9-5FD0-4916-BC90-14FE7787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2-json">
            <a:extLst xmlns:a="http://schemas.openxmlformats.org/drawingml/2006/main">
              <a:ext uri="{FF2B5EF4-FFF2-40B4-BE49-F238E27FC236}">
                <a16:creationId xmlns:a16="http://schemas.microsoft.com/office/drawing/2014/main" id="{6A12A8A2-2689-481E-BFCE-9CB8CCDE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941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结构化输出 = narration + dialogue + options + memory_updates + status deltas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DDF9230-AA74-4E36-91D6-4345C3EE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8A8098A-F7DA-4D0B-8EAA-C583E750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10676313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13">
            <a:extLst xmlns:a="http://schemas.openxmlformats.org/drawingml/2006/main">
              <a:ext uri="{FF2B5EF4-FFF2-40B4-BE49-F238E27FC236}">
                <a16:creationId xmlns:a16="http://schemas.microsoft.com/office/drawing/2014/main" id="{42731769-6335-4C67-8CE4-1F8BC2CA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C / CONTENT &amp; VALIDATION</a:t>
            </a:r>
          </a:p>
        </p:txBody>
      </p:sp>
      <p:sp>
        <p:nvSpPr>
          <p:cNvPr id="2" name="header-page-13">
            <a:extLst xmlns:a="http://schemas.openxmlformats.org/drawingml/2006/main">
              <a:ext uri="{FF2B5EF4-FFF2-40B4-BE49-F238E27FC236}">
                <a16:creationId xmlns:a16="http://schemas.microsoft.com/office/drawing/2014/main" id="{DE94E46E-D725-4CAF-96EE-5626ACDA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13 / 16</a:t>
            </a:r>
          </a:p>
        </p:txBody>
      </p:sp>
      <p:sp>
        <p:nvSpPr>
          <p:cNvPr id="3" name="header-rule-13">
            <a:extLst xmlns:a="http://schemas.openxmlformats.org/drawingml/2006/main">
              <a:ext uri="{FF2B5EF4-FFF2-40B4-BE49-F238E27FC236}">
                <a16:creationId xmlns:a16="http://schemas.microsoft.com/office/drawing/2014/main" id="{ADCA86EC-45E4-4B29-A040-236E5DCF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c-letter">
            <a:extLst xmlns:a="http://schemas.openxmlformats.org/drawingml/2006/main">
              <a:ext uri="{FF2B5EF4-FFF2-40B4-BE49-F238E27FC236}">
                <a16:creationId xmlns:a16="http://schemas.microsoft.com/office/drawing/2014/main" id="{B514DC83-18EA-4AA9-B81F-3F36A6AE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002FA7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00" b="1">
                <a:solidFill>
                  <a:srgbClr val="002FA7"/>
                </a:solidFill>
                <a:latin typeface="JetBrains Mono"/>
                <a:ea typeface="JetBrains Mono"/>
                <a:cs typeface="JetBrains Mono"/>
              </a:rPr>
              <a:t>C</a:t>
            </a:r>
          </a:p>
        </p:txBody>
      </p:sp>
      <p:sp>
        <p:nvSpPr>
          <p:cNvPr id="5" name="c-title">
            <a:extLst xmlns:a="http://schemas.openxmlformats.org/drawingml/2006/main">
              <a:ext uri="{FF2B5EF4-FFF2-40B4-BE49-F238E27FC236}">
                <a16:creationId xmlns:a16="http://schemas.microsoft.com/office/drawing/2014/main" id="{D54E5EC3-C74B-4109-8F0A-1F099BDC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667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内容生产、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测试与工程化</a:t>
            </a:r>
          </a:p>
        </p:txBody>
      </p:sp>
      <p:sp>
        <p:nvSpPr>
          <p:cNvPr id="6" name="c-lead">
            <a:extLst xmlns:a="http://schemas.openxmlformats.org/drawingml/2006/main">
              <a:ext uri="{FF2B5EF4-FFF2-40B4-BE49-F238E27FC236}">
                <a16:creationId xmlns:a16="http://schemas.microsoft.com/office/drawing/2014/main" id="{156BA031-9093-43DE-A2E1-7C2BD2EA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D6D6D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6D6D6"/>
                </a:solidFill>
                <a:latin typeface="Noto Sans SC"/>
                <a:ea typeface="Noto Sans SC"/>
                <a:cs typeface="Noto Sans SC"/>
              </a:rPr>
              <a:t>讲解目标：证明项目不是只跑一次的 demo，而是有内容生产工具、长回合测试和后续迭代路线。</a:t>
            </a:r>
          </a:p>
        </p:txBody>
      </p:sp>
      <p:sp>
        <p:nvSpPr>
          <p:cNvPr id="7" name="c-num-0">
            <a:extLst xmlns:a="http://schemas.openxmlformats.org/drawingml/2006/main">
              <a:ext uri="{FF2B5EF4-FFF2-40B4-BE49-F238E27FC236}">
                <a16:creationId xmlns:a16="http://schemas.microsoft.com/office/drawing/2014/main" id="{C4885955-F00B-4B91-B64E-D23FDB8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573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39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16</a:t>
            </a:r>
          </a:p>
        </p:txBody>
      </p:sp>
      <p:sp>
        <p:nvSpPr>
          <p:cNvPr id="8" name="c-num-label-0">
            <a:extLst xmlns:a="http://schemas.openxmlformats.org/drawingml/2006/main">
              <a:ext uri="{FF2B5EF4-FFF2-40B4-BE49-F238E27FC236}">
                <a16:creationId xmlns:a16="http://schemas.microsoft.com/office/drawing/2014/main" id="{09F86199-FDAA-4431-8E78-83F995B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85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4D4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4D4D2"/>
                </a:solidFill>
                <a:latin typeface="JetBrains Mono"/>
                <a:ea typeface="JetBrains Mono"/>
                <a:cs typeface="JetBrains Mono"/>
              </a:rPr>
              <a:t>TEST FILES</a:t>
            </a:r>
          </a:p>
        </p:txBody>
      </p:sp>
      <p:sp>
        <p:nvSpPr>
          <p:cNvPr id="9" name="c-num-1">
            <a:extLst xmlns:a="http://schemas.openxmlformats.org/drawingml/2006/main">
              <a:ext uri="{FF2B5EF4-FFF2-40B4-BE49-F238E27FC236}">
                <a16:creationId xmlns:a16="http://schemas.microsoft.com/office/drawing/2014/main" id="{0DD227FA-D2EF-4D32-9883-6DCF3D9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2FA7"/>
                </a:solidFill>
                <a:latin typeface="JetBrains Mono"/>
                <a:ea typeface="JetBrains Mono"/>
                <a:cs typeface="JetBrains Mono"/>
              </a:defRPr>
            </a:pPr>
            <a:r>
              <a:rPr sz="3900" b="1">
                <a:solidFill>
                  <a:srgbClr val="002FA7"/>
                </a:solidFill>
                <a:latin typeface="JetBrains Mono"/>
                <a:ea typeface="JetBrains Mono"/>
                <a:cs typeface="JetBrains Mono"/>
              </a:rPr>
              <a:t>158</a:t>
            </a:r>
          </a:p>
        </p:txBody>
      </p:sp>
      <p:sp>
        <p:nvSpPr>
          <p:cNvPr id="10" name="c-num-label-1">
            <a:extLst xmlns:a="http://schemas.openxmlformats.org/drawingml/2006/main">
              <a:ext uri="{FF2B5EF4-FFF2-40B4-BE49-F238E27FC236}">
                <a16:creationId xmlns:a16="http://schemas.microsoft.com/office/drawing/2014/main" id="{4999DE75-B295-4B1F-A7DC-0FD4EFC7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05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4D4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4D4D2"/>
                </a:solidFill>
                <a:latin typeface="JetBrains Mono"/>
                <a:ea typeface="JetBrains Mono"/>
                <a:cs typeface="JetBrains Mono"/>
              </a:rPr>
              <a:t>TEST CASES</a:t>
            </a:r>
          </a:p>
        </p:txBody>
      </p:sp>
      <p:sp>
        <p:nvSpPr>
          <p:cNvPr id="11" name="c-num-2">
            <a:extLst xmlns:a="http://schemas.openxmlformats.org/drawingml/2006/main">
              <a:ext uri="{FF2B5EF4-FFF2-40B4-BE49-F238E27FC236}">
                <a16:creationId xmlns:a16="http://schemas.microsoft.com/office/drawing/2014/main" id="{F46708D2-43B7-4DD6-ABD4-2F9D1403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39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300</a:t>
            </a:r>
          </a:p>
        </p:txBody>
      </p:sp>
      <p:sp>
        <p:nvSpPr>
          <p:cNvPr id="12" name="c-num-label-2">
            <a:extLst xmlns:a="http://schemas.openxmlformats.org/drawingml/2006/main">
              <a:ext uri="{FF2B5EF4-FFF2-40B4-BE49-F238E27FC236}">
                <a16:creationId xmlns:a16="http://schemas.microsoft.com/office/drawing/2014/main" id="{24F232CA-0E6E-4730-A178-FD9B8253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24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4D4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4D4D2"/>
                </a:solidFill>
                <a:latin typeface="JetBrains Mono"/>
                <a:ea typeface="JetBrains Mono"/>
                <a:cs typeface="JetBrains Mono"/>
              </a:rPr>
              <a:t>TURNS TARGET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D687ABB-6EC4-4271-B77C-07F72CB4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section C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3FA5F76-5D25-4AD9-AA12-13A0E529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20180644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14">
            <a:extLst xmlns:a="http://schemas.openxmlformats.org/drawingml/2006/main">
              <a:ext uri="{FF2B5EF4-FFF2-40B4-BE49-F238E27FC236}">
                <a16:creationId xmlns:a16="http://schemas.microsoft.com/office/drawing/2014/main" id="{E9E7A6DE-DA11-445D-A0AE-83305C5C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14">
            <a:extLst xmlns:a="http://schemas.openxmlformats.org/drawingml/2006/main">
              <a:ext uri="{FF2B5EF4-FFF2-40B4-BE49-F238E27FC236}">
                <a16:creationId xmlns:a16="http://schemas.microsoft.com/office/drawing/2014/main" id="{A1344F61-D06C-47C2-88AF-B59B4EB7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14 / 16</a:t>
            </a:r>
          </a:p>
        </p:txBody>
      </p:sp>
      <p:sp>
        <p:nvSpPr>
          <p:cNvPr id="3" name="header-rule-14">
            <a:extLst xmlns:a="http://schemas.openxmlformats.org/drawingml/2006/main">
              <a:ext uri="{FF2B5EF4-FFF2-40B4-BE49-F238E27FC236}">
                <a16:creationId xmlns:a16="http://schemas.microsoft.com/office/drawing/2014/main" id="{F545245B-5801-44C5-885C-FCB1A75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14">
            <a:extLst xmlns:a="http://schemas.openxmlformats.org/drawingml/2006/main">
              <a:ext uri="{FF2B5EF4-FFF2-40B4-BE49-F238E27FC236}">
                <a16:creationId xmlns:a16="http://schemas.microsoft.com/office/drawing/2014/main" id="{DFFA2B9D-2F9B-46AA-8105-5D352C95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C1 / CONTENT PRODUCTION</a:t>
            </a:r>
          </a:p>
        </p:txBody>
      </p:sp>
      <p:sp>
        <p:nvSpPr>
          <p:cNvPr id="5" name="title-14">
            <a:extLst xmlns:a="http://schemas.openxmlformats.org/drawingml/2006/main">
              <a:ext uri="{FF2B5EF4-FFF2-40B4-BE49-F238E27FC236}">
                <a16:creationId xmlns:a16="http://schemas.microsoft.com/office/drawing/2014/main" id="{D6D57932-C718-4CAE-8BE7-0D2893B5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Curator 负责把内容变成可运行战役</a:t>
            </a:r>
          </a:p>
        </p:txBody>
      </p:sp>
      <p:sp>
        <p:nvSpPr>
          <p:cNvPr id="6" name="lead-14">
            <a:extLst xmlns:a="http://schemas.openxmlformats.org/drawingml/2006/main">
              <a:ext uri="{FF2B5EF4-FFF2-40B4-BE49-F238E27FC236}">
                <a16:creationId xmlns:a16="http://schemas.microsoft.com/office/drawing/2014/main" id="{6D1B6B4C-70C5-4292-BC3A-15828131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这一段讲项目如何从“写 prompt”进化到“设计 Campaign”。</a:t>
            </a:r>
          </a:p>
        </p:txBody>
      </p:sp>
      <p:sp>
        <p:nvSpPr>
          <p:cNvPr id="7" name="c1-card-0">
            <a:extLst xmlns:a="http://schemas.openxmlformats.org/drawingml/2006/main">
              <a:ext uri="{FF2B5EF4-FFF2-40B4-BE49-F238E27FC236}">
                <a16:creationId xmlns:a16="http://schemas.microsoft.com/office/drawing/2014/main" id="{AD463539-5CDE-4524-AF5F-72F84CD9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343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1-num-0">
            <a:extLst xmlns:a="http://schemas.openxmlformats.org/drawingml/2006/main">
              <a:ext uri="{FF2B5EF4-FFF2-40B4-BE49-F238E27FC236}">
                <a16:creationId xmlns:a16="http://schemas.microsoft.com/office/drawing/2014/main" id="{BE5AD6BE-BCEB-47D6-B2B3-E2CD1685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9" name="c1-title-0">
            <a:extLst xmlns:a="http://schemas.openxmlformats.org/drawingml/2006/main">
              <a:ext uri="{FF2B5EF4-FFF2-40B4-BE49-F238E27FC236}">
                <a16:creationId xmlns:a16="http://schemas.microsoft.com/office/drawing/2014/main" id="{CFF87A65-845D-4C46-8214-61B6520B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生成</a:t>
            </a:r>
          </a:p>
        </p:txBody>
      </p:sp>
      <p:sp>
        <p:nvSpPr>
          <p:cNvPr id="10" name="c1-body-0">
            <a:extLst xmlns:a="http://schemas.openxmlformats.org/drawingml/2006/main">
              <a:ext uri="{FF2B5EF4-FFF2-40B4-BE49-F238E27FC236}">
                <a16:creationId xmlns:a16="http://schemas.microsoft.com/office/drawing/2014/main" id="{D93DECA8-403A-4E75-9D3B-117E3F34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根据主题 prompt 生成 campaign.json</a:t>
            </a:r>
          </a:p>
        </p:txBody>
      </p:sp>
      <p:sp>
        <p:nvSpPr>
          <p:cNvPr id="11" name="c1-card-1">
            <a:extLst xmlns:a="http://schemas.openxmlformats.org/drawingml/2006/main">
              <a:ext uri="{FF2B5EF4-FFF2-40B4-BE49-F238E27FC236}">
                <a16:creationId xmlns:a16="http://schemas.microsoft.com/office/drawing/2014/main" id="{E7A4E2D4-C794-4E2D-B6FC-CE0870FA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33750"/>
            <a:ext cx="2343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1-num-1">
            <a:extLst xmlns:a="http://schemas.openxmlformats.org/drawingml/2006/main">
              <a:ext uri="{FF2B5EF4-FFF2-40B4-BE49-F238E27FC236}">
                <a16:creationId xmlns:a16="http://schemas.microsoft.com/office/drawing/2014/main" id="{3A90FE5B-B76E-4B8D-B50B-DF0DA34A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24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3" name="c1-title-1">
            <a:extLst xmlns:a="http://schemas.openxmlformats.org/drawingml/2006/main">
              <a:ext uri="{FF2B5EF4-FFF2-40B4-BE49-F238E27FC236}">
                <a16:creationId xmlns:a16="http://schemas.microsoft.com/office/drawing/2014/main" id="{33D7D994-C738-49EB-9BC5-38972B10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编辑</a:t>
            </a:r>
          </a:p>
        </p:txBody>
      </p:sp>
      <p:sp>
        <p:nvSpPr>
          <p:cNvPr id="14" name="c1-body-1">
            <a:extLst xmlns:a="http://schemas.openxmlformats.org/drawingml/2006/main">
              <a:ext uri="{FF2B5EF4-FFF2-40B4-BE49-F238E27FC236}">
                <a16:creationId xmlns:a16="http://schemas.microsoft.com/office/drawing/2014/main" id="{5B468083-88D5-40F8-A093-893A39DA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57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手动调整标题、Arc、Session、Anchor Event</a:t>
            </a:r>
          </a:p>
        </p:txBody>
      </p:sp>
      <p:sp>
        <p:nvSpPr>
          <p:cNvPr id="15" name="c1-card-2">
            <a:extLst xmlns:a="http://schemas.openxmlformats.org/drawingml/2006/main">
              <a:ext uri="{FF2B5EF4-FFF2-40B4-BE49-F238E27FC236}">
                <a16:creationId xmlns:a16="http://schemas.microsoft.com/office/drawing/2014/main" id="{86B0AB0F-8DE3-4C9E-8F13-8AE8D8B4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343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1-num-2">
            <a:extLst xmlns:a="http://schemas.openxmlformats.org/drawingml/2006/main">
              <a:ext uri="{FF2B5EF4-FFF2-40B4-BE49-F238E27FC236}">
                <a16:creationId xmlns:a16="http://schemas.microsoft.com/office/drawing/2014/main" id="{8AB08A4D-840E-44B9-8840-A345199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7" name="c1-title-2">
            <a:extLst xmlns:a="http://schemas.openxmlformats.org/drawingml/2006/main">
              <a:ext uri="{FF2B5EF4-FFF2-40B4-BE49-F238E27FC236}">
                <a16:creationId xmlns:a16="http://schemas.microsoft.com/office/drawing/2014/main" id="{8C6068AE-B76D-47D8-9F72-E88F93AB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保存</a:t>
            </a:r>
          </a:p>
        </p:txBody>
      </p:sp>
      <p:sp>
        <p:nvSpPr>
          <p:cNvPr id="18" name="c1-body-2">
            <a:extLst xmlns:a="http://schemas.openxmlformats.org/drawingml/2006/main">
              <a:ext uri="{FF2B5EF4-FFF2-40B4-BE49-F238E27FC236}">
                <a16:creationId xmlns:a16="http://schemas.microsoft.com/office/drawing/2014/main" id="{F24643C4-F80F-4B3C-9198-F21930C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落盘为本地 Campaign，可被首页选择</a:t>
            </a:r>
          </a:p>
        </p:txBody>
      </p:sp>
      <p:sp>
        <p:nvSpPr>
          <p:cNvPr id="19" name="c1-card-3">
            <a:extLst xmlns:a="http://schemas.openxmlformats.org/drawingml/2006/main">
              <a:ext uri="{FF2B5EF4-FFF2-40B4-BE49-F238E27FC236}">
                <a16:creationId xmlns:a16="http://schemas.microsoft.com/office/drawing/2014/main" id="{7C5A853C-63DC-49C4-BCFC-3865C679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343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1-num-3">
            <a:extLst xmlns:a="http://schemas.openxmlformats.org/drawingml/2006/main">
              <a:ext uri="{FF2B5EF4-FFF2-40B4-BE49-F238E27FC236}">
                <a16:creationId xmlns:a16="http://schemas.microsoft.com/office/drawing/2014/main" id="{9D1B1DA2-5AA9-4767-91E9-F68303C0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1" name="c1-title-3">
            <a:extLst xmlns:a="http://schemas.openxmlformats.org/drawingml/2006/main">
              <a:ext uri="{FF2B5EF4-FFF2-40B4-BE49-F238E27FC236}">
                <a16:creationId xmlns:a16="http://schemas.microsoft.com/office/drawing/2014/main" id="{C43FFBC1-F865-485D-AD41-05ADA678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扩展</a:t>
            </a:r>
          </a:p>
        </p:txBody>
      </p:sp>
      <p:sp>
        <p:nvSpPr>
          <p:cNvPr id="22" name="c1-body-3">
            <a:extLst xmlns:a="http://schemas.openxmlformats.org/drawingml/2006/main">
              <a:ext uri="{FF2B5EF4-FFF2-40B4-BE49-F238E27FC236}">
                <a16:creationId xmlns:a16="http://schemas.microsoft.com/office/drawing/2014/main" id="{8DDA3F6A-A00C-4BC0-AF21-885863CC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DFE6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DFE6FF"/>
                </a:solidFill>
                <a:latin typeface="Noto Sans SC"/>
                <a:ea typeface="Noto Sans SC"/>
                <a:cs typeface="Noto Sans SC"/>
              </a:rPr>
              <a:t>小说 TXT → 章节 → 锚点 → 战役的内容管线</a:t>
            </a:r>
          </a:p>
        </p:txBody>
      </p:sp>
      <p:sp>
        <p:nvSpPr>
          <p:cNvPr id="23" name="c1-note">
            <a:extLst xmlns:a="http://schemas.openxmlformats.org/drawingml/2006/main">
              <a:ext uri="{FF2B5EF4-FFF2-40B4-BE49-F238E27FC236}">
                <a16:creationId xmlns:a16="http://schemas.microsoft.com/office/drawing/2014/main" id="{637C9A25-DE20-4BCB-9A08-DBAEBF3D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注意讲法：小说管线作为扩展方向讲，不要说成完全产品化。</a:t>
            </a:r>
          </a:p>
        </p:txBody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9F0981F-314E-4F44-BB14-9048DBFD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2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7CB4137-BBD4-4070-88C3-9BAE4A88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1519908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15">
            <a:extLst xmlns:a="http://schemas.openxmlformats.org/drawingml/2006/main">
              <a:ext uri="{FF2B5EF4-FFF2-40B4-BE49-F238E27FC236}">
                <a16:creationId xmlns:a16="http://schemas.microsoft.com/office/drawing/2014/main" id="{6D0A91F9-B934-4141-A528-336A5FD1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15">
            <a:extLst xmlns:a="http://schemas.openxmlformats.org/drawingml/2006/main">
              <a:ext uri="{FF2B5EF4-FFF2-40B4-BE49-F238E27FC236}">
                <a16:creationId xmlns:a16="http://schemas.microsoft.com/office/drawing/2014/main" id="{CC4A2A82-AA2C-4E91-8ADB-579A7DB5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15 / 16</a:t>
            </a:r>
          </a:p>
        </p:txBody>
      </p:sp>
      <p:sp>
        <p:nvSpPr>
          <p:cNvPr id="3" name="header-rule-15">
            <a:extLst xmlns:a="http://schemas.openxmlformats.org/drawingml/2006/main">
              <a:ext uri="{FF2B5EF4-FFF2-40B4-BE49-F238E27FC236}">
                <a16:creationId xmlns:a16="http://schemas.microsoft.com/office/drawing/2014/main" id="{038DC1E9-C5BD-4EAB-BC45-BA41FF06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15">
            <a:extLst xmlns:a="http://schemas.openxmlformats.org/drawingml/2006/main">
              <a:ext uri="{FF2B5EF4-FFF2-40B4-BE49-F238E27FC236}">
                <a16:creationId xmlns:a16="http://schemas.microsoft.com/office/drawing/2014/main" id="{5A55B4EA-A6F0-4A4E-805A-AB012FA9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C2 / VALIDATION</a:t>
            </a:r>
          </a:p>
        </p:txBody>
      </p:sp>
      <p:sp>
        <p:nvSpPr>
          <p:cNvPr id="5" name="title-15">
            <a:extLst xmlns:a="http://schemas.openxmlformats.org/drawingml/2006/main">
              <a:ext uri="{FF2B5EF4-FFF2-40B4-BE49-F238E27FC236}">
                <a16:creationId xmlns:a16="http://schemas.microsoft.com/office/drawing/2014/main" id="{ECAA1B45-3E5E-41C2-AB48-6201BCF1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自动跑测回答“它能不能长期跑”</a:t>
            </a:r>
          </a:p>
        </p:txBody>
      </p:sp>
      <p:sp>
        <p:nvSpPr>
          <p:cNvPr id="6" name="lead-15">
            <a:extLst xmlns:a="http://schemas.openxmlformats.org/drawingml/2006/main">
              <a:ext uri="{FF2B5EF4-FFF2-40B4-BE49-F238E27FC236}">
                <a16:creationId xmlns:a16="http://schemas.microsoft.com/office/drawing/2014/main" id="{27DA92D8-AE50-4F3A-A319-0FDD6A41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AI 叙事系统最大的风险不是第一轮，而是很多轮以后：崩溃、遗忘、循环、JSON 失效。</a:t>
            </a:r>
          </a:p>
        </p:txBody>
      </p:sp>
      <p:sp>
        <p:nvSpPr>
          <p:cNvPr id="7" name="c2-row-0">
            <a:extLst xmlns:a="http://schemas.openxmlformats.org/drawingml/2006/main">
              <a:ext uri="{FF2B5EF4-FFF2-40B4-BE49-F238E27FC236}">
                <a16:creationId xmlns:a16="http://schemas.microsoft.com/office/drawing/2014/main" id="{ED92EE6F-F443-4009-82D3-8E035C9B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2-code-0">
            <a:extLst xmlns:a="http://schemas.openxmlformats.org/drawingml/2006/main">
              <a:ext uri="{FF2B5EF4-FFF2-40B4-BE49-F238E27FC236}">
                <a16:creationId xmlns:a16="http://schemas.microsoft.com/office/drawing/2014/main" id="{FC4E68F7-E787-40CF-92CA-181F55AD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CREATE SESSION</a:t>
            </a:r>
          </a:p>
        </p:txBody>
      </p:sp>
      <p:sp>
        <p:nvSpPr>
          <p:cNvPr id="9" name="c2-text-0">
            <a:extLst xmlns:a="http://schemas.openxmlformats.org/drawingml/2006/main">
              <a:ext uri="{FF2B5EF4-FFF2-40B4-BE49-F238E27FC236}">
                <a16:creationId xmlns:a16="http://schemas.microsoft.com/office/drawing/2014/main" id="{CDD40FAF-24C3-4FC3-AA03-F6CE17CA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042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创建一次新会话</a:t>
            </a:r>
          </a:p>
        </p:txBody>
      </p:sp>
      <p:sp>
        <p:nvSpPr>
          <p:cNvPr id="10" name="c2-row-1">
            <a:extLst xmlns:a="http://schemas.openxmlformats.org/drawingml/2006/main">
              <a:ext uri="{FF2B5EF4-FFF2-40B4-BE49-F238E27FC236}">
                <a16:creationId xmlns:a16="http://schemas.microsoft.com/office/drawing/2014/main" id="{B581072D-5524-41CB-9B7A-CF3FAC03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2-code-1">
            <a:extLst xmlns:a="http://schemas.openxmlformats.org/drawingml/2006/main">
              <a:ext uri="{FF2B5EF4-FFF2-40B4-BE49-F238E27FC236}">
                <a16:creationId xmlns:a16="http://schemas.microsoft.com/office/drawing/2014/main" id="{EA313D24-62FE-4475-B902-525F2132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CHOOSE OPTION</a:t>
            </a:r>
          </a:p>
        </p:txBody>
      </p:sp>
      <p:sp>
        <p:nvSpPr>
          <p:cNvPr id="12" name="c2-text-1">
            <a:extLst xmlns:a="http://schemas.openxmlformats.org/drawingml/2006/main">
              <a:ext uri="{FF2B5EF4-FFF2-40B4-BE49-F238E27FC236}">
                <a16:creationId xmlns:a16="http://schemas.microsoft.com/office/drawing/2014/main" id="{A0E767EB-2949-4C3E-81BA-76DD50D8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用推进剧情的关键词自动选项</a:t>
            </a:r>
          </a:p>
        </p:txBody>
      </p:sp>
      <p:sp>
        <p:nvSpPr>
          <p:cNvPr id="13" name="c2-row-2">
            <a:extLst xmlns:a="http://schemas.openxmlformats.org/drawingml/2006/main">
              <a:ext uri="{FF2B5EF4-FFF2-40B4-BE49-F238E27FC236}">
                <a16:creationId xmlns:a16="http://schemas.microsoft.com/office/drawing/2014/main" id="{34F7285E-1A9B-4849-AF42-519DF794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2-code-2">
            <a:extLst xmlns:a="http://schemas.openxmlformats.org/drawingml/2006/main">
              <a:ext uri="{FF2B5EF4-FFF2-40B4-BE49-F238E27FC236}">
                <a16:creationId xmlns:a16="http://schemas.microsoft.com/office/drawing/2014/main" id="{B0AF49F8-E12E-4DE0-A3D6-FB9941B6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GENERATE</a:t>
            </a:r>
          </a:p>
        </p:txBody>
      </p:sp>
      <p:sp>
        <p:nvSpPr>
          <p:cNvPr id="15" name="c2-text-2">
            <a:extLst xmlns:a="http://schemas.openxmlformats.org/drawingml/2006/main">
              <a:ext uri="{FF2B5EF4-FFF2-40B4-BE49-F238E27FC236}">
                <a16:creationId xmlns:a16="http://schemas.microsoft.com/office/drawing/2014/main" id="{E14F2F0F-6AF3-4859-BA08-2C2E5EC6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7672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请求下一幕并记录输出</a:t>
            </a:r>
          </a:p>
        </p:txBody>
      </p:sp>
      <p:sp>
        <p:nvSpPr>
          <p:cNvPr id="16" name="c2-row-3">
            <a:extLst xmlns:a="http://schemas.openxmlformats.org/drawingml/2006/main">
              <a:ext uri="{FF2B5EF4-FFF2-40B4-BE49-F238E27FC236}">
                <a16:creationId xmlns:a16="http://schemas.microsoft.com/office/drawing/2014/main" id="{D1CA13BC-E7C5-4D21-AAD5-A89982F4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2-code-3">
            <a:extLst xmlns:a="http://schemas.openxmlformats.org/drawingml/2006/main">
              <a:ext uri="{FF2B5EF4-FFF2-40B4-BE49-F238E27FC236}">
                <a16:creationId xmlns:a16="http://schemas.microsoft.com/office/drawing/2014/main" id="{F2D6AFF4-4E49-46FB-8B03-665CC596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APPEND LOG</a:t>
            </a:r>
          </a:p>
        </p:txBody>
      </p:sp>
      <p:sp>
        <p:nvSpPr>
          <p:cNvPr id="18" name="c2-text-3">
            <a:extLst xmlns:a="http://schemas.openxmlformats.org/drawingml/2006/main">
              <a:ext uri="{FF2B5EF4-FFF2-40B4-BE49-F238E27FC236}">
                <a16:creationId xmlns:a16="http://schemas.microsoft.com/office/drawing/2014/main" id="{6024A20E-F365-442F-B02D-7F923FA7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148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写入 Markdown：剧情、选项、状态、RAG hits</a:t>
            </a:r>
          </a:p>
        </p:txBody>
      </p:sp>
      <p:sp>
        <p:nvSpPr>
          <p:cNvPr id="19" name="c2-row-4">
            <a:extLst xmlns:a="http://schemas.openxmlformats.org/drawingml/2006/main">
              <a:ext uri="{FF2B5EF4-FFF2-40B4-BE49-F238E27FC236}">
                <a16:creationId xmlns:a16="http://schemas.microsoft.com/office/drawing/2014/main" id="{D7B754CA-74AF-4F4B-95A2-C7F43228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2-code-4">
            <a:extLst xmlns:a="http://schemas.openxmlformats.org/drawingml/2006/main">
              <a:ext uri="{FF2B5EF4-FFF2-40B4-BE49-F238E27FC236}">
                <a16:creationId xmlns:a16="http://schemas.microsoft.com/office/drawing/2014/main" id="{54CEF456-D3D5-4050-855D-AA733003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RETRY / RESET</a:t>
            </a:r>
          </a:p>
        </p:txBody>
      </p:sp>
      <p:sp>
        <p:nvSpPr>
          <p:cNvPr id="21" name="c2-text-4">
            <a:extLst xmlns:a="http://schemas.openxmlformats.org/drawingml/2006/main">
              <a:ext uri="{FF2B5EF4-FFF2-40B4-BE49-F238E27FC236}">
                <a16:creationId xmlns:a16="http://schemas.microsoft.com/office/drawing/2014/main" id="{14416F26-D291-4B39-8DD6-F2E9EC51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5302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失败重试；到达轮次后重开 run</a:t>
            </a:r>
          </a:p>
        </p:txBody>
      </p:sp>
      <p:sp>
        <p:nvSpPr>
          <p:cNvPr id="22" name="c2-kpi">
            <a:extLst xmlns:a="http://schemas.openxmlformats.org/drawingml/2006/main">
              <a:ext uri="{FF2B5EF4-FFF2-40B4-BE49-F238E27FC236}">
                <a16:creationId xmlns:a16="http://schemas.microsoft.com/office/drawing/2014/main" id="{16DC6C92-BC66-4176-A91F-82C97E6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38250"/>
            <a:ext cx="2438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2-kpi-title">
            <a:extLst xmlns:a="http://schemas.openxmlformats.org/drawingml/2006/main">
              <a:ext uri="{FF2B5EF4-FFF2-40B4-BE49-F238E27FC236}">
                <a16:creationId xmlns:a16="http://schemas.microsoft.com/office/drawing/2014/main" id="{1CDBB0A8-285C-41C0-8F6A-943A2AC9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859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playtest_logs/</a:t>
            </a:r>
          </a:p>
        </p:txBody>
      </p:sp>
      <p:sp>
        <p:nvSpPr>
          <p:cNvPr id="24" name="c2-kpi-body">
            <a:extLst xmlns:a="http://schemas.openxmlformats.org/drawingml/2006/main">
              <a:ext uri="{FF2B5EF4-FFF2-40B4-BE49-F238E27FC236}">
                <a16:creationId xmlns:a16="http://schemas.microsoft.com/office/drawing/2014/main" id="{3D0F7B6F-FE3C-437A-A86A-9049F691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47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D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6D6D6"/>
                </a:solidFill>
                <a:latin typeface="Noto Sans SC"/>
                <a:ea typeface="Noto Sans SC"/>
                <a:cs typeface="Noto Sans SC"/>
              </a:rPr>
              <a:t>每轮证据都可回看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09EA1AF-ED58-4B2B-828A-39EA2A7C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2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6E9450B-B6A4-4164-9130-D8A5D309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10886848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title-16">
            <a:extLst xmlns:a="http://schemas.openxmlformats.org/drawingml/2006/main">
              <a:ext uri="{FF2B5EF4-FFF2-40B4-BE49-F238E27FC236}">
                <a16:creationId xmlns:a16="http://schemas.microsoft.com/office/drawing/2014/main" id="{A9D36607-6885-49C6-9136-1CD6A504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JITY / CAMPAIGN NARRATIVE ENGINE</a:t>
            </a:r>
          </a:p>
        </p:txBody>
      </p:sp>
      <p:sp>
        <p:nvSpPr>
          <p:cNvPr id="2" name="header-page-16">
            <a:extLst xmlns:a="http://schemas.openxmlformats.org/drawingml/2006/main">
              <a:ext uri="{FF2B5EF4-FFF2-40B4-BE49-F238E27FC236}">
                <a16:creationId xmlns:a16="http://schemas.microsoft.com/office/drawing/2014/main" id="{437F451D-5758-433A-95B2-9A686765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SS · 26.06 · 16 / 16</a:t>
            </a:r>
          </a:p>
        </p:txBody>
      </p:sp>
      <p:sp>
        <p:nvSpPr>
          <p:cNvPr id="3" name="header-rule-16">
            <a:extLst xmlns:a="http://schemas.openxmlformats.org/drawingml/2006/main">
              <a:ext uri="{FF2B5EF4-FFF2-40B4-BE49-F238E27FC236}">
                <a16:creationId xmlns:a16="http://schemas.microsoft.com/office/drawing/2014/main" id="{7D16B229-AF43-4E71-8EFA-AAF9C07A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4" name="kicker-16">
            <a:extLst xmlns:a="http://schemas.openxmlformats.org/drawingml/2006/main">
              <a:ext uri="{FF2B5EF4-FFF2-40B4-BE49-F238E27FC236}">
                <a16:creationId xmlns:a16="http://schemas.microsoft.com/office/drawing/2014/main" id="{78385D0A-7974-4B0D-83C6-F2182474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06 / INDIVIDUAL REPORTS</a:t>
            </a:r>
          </a:p>
        </p:txBody>
      </p:sp>
      <p:sp>
        <p:nvSpPr>
          <p:cNvPr id="5" name="title-16">
            <a:extLst xmlns:a="http://schemas.openxmlformats.org/drawingml/2006/main">
              <a:ext uri="{FF2B5EF4-FFF2-40B4-BE49-F238E27FC236}">
                <a16:creationId xmlns:a16="http://schemas.microsoft.com/office/drawing/2014/main" id="{AAB6AC0F-2BB7-4C38-9D0F-53968D22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6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三份报告共用背景，后半部分必须分开写</a:t>
            </a:r>
          </a:p>
        </p:txBody>
      </p:sp>
      <p:sp>
        <p:nvSpPr>
          <p:cNvPr id="6" name="lead-16">
            <a:extLst xmlns:a="http://schemas.openxmlformats.org/drawingml/2006/main">
              <a:ext uri="{FF2B5EF4-FFF2-40B4-BE49-F238E27FC236}">
                <a16:creationId xmlns:a16="http://schemas.microsoft.com/office/drawing/2014/main" id="{7B8EA47F-F2A4-4840-9C5D-69B575B0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737373"/>
                </a:solidFill>
                <a:latin typeface="Noto Sans SC"/>
                <a:ea typeface="Noto Sans SC"/>
                <a:cs typeface="Noto Sans SC"/>
              </a:rPr>
              <a:t>这样既体现小组统一项目，又避免三份报告看起来重复。</a:t>
            </a:r>
          </a:p>
        </p:txBody>
      </p:sp>
      <p:sp>
        <p:nvSpPr>
          <p:cNvPr id="7" name="report-card-0">
            <a:extLst xmlns:a="http://schemas.openxmlformats.org/drawingml/2006/main">
              <a:ext uri="{FF2B5EF4-FFF2-40B4-BE49-F238E27FC236}">
                <a16:creationId xmlns:a16="http://schemas.microsoft.com/office/drawing/2014/main" id="{1C10B382-958C-4DD1-A8A7-45626EB6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0FA8F68B-188D-4E64-92AE-BFA6A091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A 报告</a:t>
            </a:r>
          </a:p>
        </p:txBody>
      </p:sp>
      <p:sp>
        <p:nvSpPr>
          <p:cNvPr id="9" name="report-title-0">
            <a:extLst xmlns:a="http://schemas.openxmlformats.org/drawingml/2006/main">
              <a:ext uri="{FF2B5EF4-FFF2-40B4-BE49-F238E27FC236}">
                <a16:creationId xmlns:a16="http://schemas.microsoft.com/office/drawing/2014/main" id="{880949F0-D9A1-42D2-ADF0-7F15A133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交互设计与前端实现</a:t>
            </a:r>
          </a:p>
        </p:txBody>
      </p:sp>
      <p:sp>
        <p:nvSpPr>
          <p:cNvPr id="10" name="report-list-0-sq-0">
            <a:extLst xmlns:a="http://schemas.openxmlformats.org/drawingml/2006/main">
              <a:ext uri="{FF2B5EF4-FFF2-40B4-BE49-F238E27FC236}">
                <a16:creationId xmlns:a16="http://schemas.microsoft.com/office/drawing/2014/main" id="{E392FADF-52FB-4906-A56B-7100D2D3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port-list-0-text-0">
            <a:extLst xmlns:a="http://schemas.openxmlformats.org/drawingml/2006/main">
              <a:ext uri="{FF2B5EF4-FFF2-40B4-BE49-F238E27FC236}">
                <a16:creationId xmlns:a16="http://schemas.microsoft.com/office/drawing/2014/main" id="{F43A5057-FC4A-4B13-9830-6A391425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主界面用户流程</a:t>
            </a:r>
          </a:p>
        </p:txBody>
      </p:sp>
      <p:sp>
        <p:nvSpPr>
          <p:cNvPr id="12" name="report-list-0-sq-1">
            <a:extLst xmlns:a="http://schemas.openxmlformats.org/drawingml/2006/main">
              <a:ext uri="{FF2B5EF4-FFF2-40B4-BE49-F238E27FC236}">
                <a16:creationId xmlns:a16="http://schemas.microsoft.com/office/drawing/2014/main" id="{2623F7AC-E787-48B8-8FE3-DF4000FC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list-0-text-1">
            <a:extLst xmlns:a="http://schemas.openxmlformats.org/drawingml/2006/main">
              <a:ext uri="{FF2B5EF4-FFF2-40B4-BE49-F238E27FC236}">
                <a16:creationId xmlns:a16="http://schemas.microsoft.com/office/drawing/2014/main" id="{F9E8D1B6-77E9-4C30-BD91-ECF08DDF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5297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Context Memory 展示</a:t>
            </a:r>
          </a:p>
        </p:txBody>
      </p:sp>
      <p:sp>
        <p:nvSpPr>
          <p:cNvPr id="14" name="report-list-0-sq-2">
            <a:extLst xmlns:a="http://schemas.openxmlformats.org/drawingml/2006/main">
              <a:ext uri="{FF2B5EF4-FFF2-40B4-BE49-F238E27FC236}">
                <a16:creationId xmlns:a16="http://schemas.microsoft.com/office/drawing/2014/main" id="{363A8D6C-8DD1-439D-B421-4C8AA10D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port-list-0-text-2">
            <a:extLst xmlns:a="http://schemas.openxmlformats.org/drawingml/2006/main">
              <a:ext uri="{FF2B5EF4-FFF2-40B4-BE49-F238E27FC236}">
                <a16:creationId xmlns:a16="http://schemas.microsoft.com/office/drawing/2014/main" id="{A2137CA8-64E7-4744-8574-0741F631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Timeline / 存档体验</a:t>
            </a:r>
          </a:p>
        </p:txBody>
      </p:sp>
      <p:sp>
        <p:nvSpPr>
          <p:cNvPr id="16" name="report-list-0-sq-3">
            <a:extLst xmlns:a="http://schemas.openxmlformats.org/drawingml/2006/main">
              <a:ext uri="{FF2B5EF4-FFF2-40B4-BE49-F238E27FC236}">
                <a16:creationId xmlns:a16="http://schemas.microsoft.com/office/drawing/2014/main" id="{A7B29BA2-E5B8-4D78-A39C-BCF5369F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24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port-list-0-text-3">
            <a:extLst xmlns:a="http://schemas.openxmlformats.org/drawingml/2006/main">
              <a:ext uri="{FF2B5EF4-FFF2-40B4-BE49-F238E27FC236}">
                <a16:creationId xmlns:a16="http://schemas.microsoft.com/office/drawing/2014/main" id="{581CF81F-19C0-4EE3-A64C-8E4A025B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6732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截图和交互反思</a:t>
            </a:r>
          </a:p>
        </p:txBody>
      </p:sp>
      <p:sp>
        <p:nvSpPr>
          <p:cNvPr id="18" name="report-card-1">
            <a:extLst xmlns:a="http://schemas.openxmlformats.org/drawingml/2006/main">
              <a:ext uri="{FF2B5EF4-FFF2-40B4-BE49-F238E27FC236}">
                <a16:creationId xmlns:a16="http://schemas.microsoft.com/office/drawing/2014/main" id="{C357D03C-2BC3-4826-BF9C-29693BCD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88844DA0-46A8-4694-8B27-BC59477B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 报告</a:t>
            </a:r>
          </a:p>
        </p:txBody>
      </p:sp>
      <p:sp>
        <p:nvSpPr>
          <p:cNvPr id="20" name="report-title-1">
            <a:extLst xmlns:a="http://schemas.openxmlformats.org/drawingml/2006/main">
              <a:ext uri="{FF2B5EF4-FFF2-40B4-BE49-F238E27FC236}">
                <a16:creationId xmlns:a16="http://schemas.microsoft.com/office/drawing/2014/main" id="{DBA21646-B721-48E1-8708-59192BE5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叙事引擎与后端架构</a:t>
            </a:r>
          </a:p>
        </p:txBody>
      </p:sp>
      <p:sp>
        <p:nvSpPr>
          <p:cNvPr id="21" name="report-list-1-sq-0">
            <a:extLst xmlns:a="http://schemas.openxmlformats.org/drawingml/2006/main">
              <a:ext uri="{FF2B5EF4-FFF2-40B4-BE49-F238E27FC236}">
                <a16:creationId xmlns:a16="http://schemas.microsoft.com/office/drawing/2014/main" id="{9761034D-F1F6-4AAF-8D1B-9F07B86F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port-list-1-text-0">
            <a:extLst xmlns:a="http://schemas.openxmlformats.org/drawingml/2006/main">
              <a:ext uri="{FF2B5EF4-FFF2-40B4-BE49-F238E27FC236}">
                <a16:creationId xmlns:a16="http://schemas.microsoft.com/office/drawing/2014/main" id="{E28C4691-C032-45C7-97B6-C56AA34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9580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API 生成链路</a:t>
            </a:r>
          </a:p>
        </p:txBody>
      </p:sp>
      <p:sp>
        <p:nvSpPr>
          <p:cNvPr id="23" name="report-list-1-sq-1">
            <a:extLst xmlns:a="http://schemas.openxmlformats.org/drawingml/2006/main">
              <a:ext uri="{FF2B5EF4-FFF2-40B4-BE49-F238E27FC236}">
                <a16:creationId xmlns:a16="http://schemas.microsoft.com/office/drawing/2014/main" id="{1477DFEA-3ACF-4EF9-A27E-7DF08F08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port-list-1-text-1">
            <a:extLst xmlns:a="http://schemas.openxmlformats.org/drawingml/2006/main">
              <a:ext uri="{FF2B5EF4-FFF2-40B4-BE49-F238E27FC236}">
                <a16:creationId xmlns:a16="http://schemas.microsoft.com/office/drawing/2014/main" id="{6ACF2B8C-AB72-46FE-B085-739B59F3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5297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Campaign 数据结构</a:t>
            </a:r>
          </a:p>
        </p:txBody>
      </p:sp>
      <p:sp>
        <p:nvSpPr>
          <p:cNvPr id="25" name="report-list-1-sq-2">
            <a:extLst xmlns:a="http://schemas.openxmlformats.org/drawingml/2006/main">
              <a:ext uri="{FF2B5EF4-FFF2-40B4-BE49-F238E27FC236}">
                <a16:creationId xmlns:a16="http://schemas.microsoft.com/office/drawing/2014/main" id="{F059F8EE-080B-4EA0-BA42-0DEA33D6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port-list-1-text-2">
            <a:extLst xmlns:a="http://schemas.openxmlformats.org/drawingml/2006/main">
              <a:ext uri="{FF2B5EF4-FFF2-40B4-BE49-F238E27FC236}">
                <a16:creationId xmlns:a16="http://schemas.microsoft.com/office/drawing/2014/main" id="{1DEBD161-2F1B-4BD6-B38D-77AE52C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101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状态记忆与 RAG</a:t>
            </a:r>
          </a:p>
        </p:txBody>
      </p:sp>
      <p:sp>
        <p:nvSpPr>
          <p:cNvPr id="27" name="report-list-1-sq-3">
            <a:extLst xmlns:a="http://schemas.openxmlformats.org/drawingml/2006/main">
              <a:ext uri="{FF2B5EF4-FFF2-40B4-BE49-F238E27FC236}">
                <a16:creationId xmlns:a16="http://schemas.microsoft.com/office/drawing/2014/main" id="{D9E5CD78-C49F-47C2-AC89-57493F50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24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port-list-1-text-3">
            <a:extLst xmlns:a="http://schemas.openxmlformats.org/drawingml/2006/main">
              <a:ext uri="{FF2B5EF4-FFF2-40B4-BE49-F238E27FC236}">
                <a16:creationId xmlns:a16="http://schemas.microsoft.com/office/drawing/2014/main" id="{5C63FE14-387F-4382-A3C2-22DF7BF7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6732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JSON 校验与稳定性</a:t>
            </a:r>
          </a:p>
        </p:txBody>
      </p:sp>
      <p:sp>
        <p:nvSpPr>
          <p:cNvPr id="29" name="report-card-2">
            <a:extLst xmlns:a="http://schemas.openxmlformats.org/drawingml/2006/main">
              <a:ext uri="{FF2B5EF4-FFF2-40B4-BE49-F238E27FC236}">
                <a16:creationId xmlns:a16="http://schemas.microsoft.com/office/drawing/2014/main" id="{A817AA9D-DC49-4012-9D14-928E96C6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AF042961-7D62-45C0-AD43-D0F8E62A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C 报告</a:t>
            </a:r>
          </a:p>
        </p:txBody>
      </p:sp>
      <p:sp>
        <p:nvSpPr>
          <p:cNvPr id="31" name="report-title-2">
            <a:extLst xmlns:a="http://schemas.openxmlformats.org/drawingml/2006/main">
              <a:ext uri="{FF2B5EF4-FFF2-40B4-BE49-F238E27FC236}">
                <a16:creationId xmlns:a16="http://schemas.microsoft.com/office/drawing/2014/main" id="{48E73BD4-144B-4346-A8F3-FEB1E4AE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内容生产与质量验证</a:t>
            </a:r>
          </a:p>
        </p:txBody>
      </p:sp>
      <p:sp>
        <p:nvSpPr>
          <p:cNvPr id="32" name="report-list-2-sq-0">
            <a:extLst xmlns:a="http://schemas.openxmlformats.org/drawingml/2006/main">
              <a:ext uri="{FF2B5EF4-FFF2-40B4-BE49-F238E27FC236}">
                <a16:creationId xmlns:a16="http://schemas.microsoft.com/office/drawing/2014/main" id="{8A93E006-67FE-402F-8741-74D27971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port-list-2-text-0">
            <a:extLst xmlns:a="http://schemas.openxmlformats.org/drawingml/2006/main">
              <a:ext uri="{FF2B5EF4-FFF2-40B4-BE49-F238E27FC236}">
                <a16:creationId xmlns:a16="http://schemas.microsoft.com/office/drawing/2014/main" id="{92401D61-DAC8-48E3-9936-84CAB51D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9580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Curator 与内容管线</a:t>
            </a:r>
          </a:p>
        </p:txBody>
      </p:sp>
      <p:sp>
        <p:nvSpPr>
          <p:cNvPr id="34" name="report-list-2-sq-1">
            <a:extLst xmlns:a="http://schemas.openxmlformats.org/drawingml/2006/main">
              <a:ext uri="{FF2B5EF4-FFF2-40B4-BE49-F238E27FC236}">
                <a16:creationId xmlns:a16="http://schemas.microsoft.com/office/drawing/2014/main" id="{372D7B97-F87F-4791-9F29-CCEAE190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0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port-list-2-text-1">
            <a:extLst xmlns:a="http://schemas.openxmlformats.org/drawingml/2006/main">
              <a:ext uri="{FF2B5EF4-FFF2-40B4-BE49-F238E27FC236}">
                <a16:creationId xmlns:a16="http://schemas.microsoft.com/office/drawing/2014/main" id="{1A67B790-F788-49D4-B6BD-43723E25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5297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auto_play 长回合测试</a:t>
            </a:r>
          </a:p>
        </p:txBody>
      </p:sp>
      <p:sp>
        <p:nvSpPr>
          <p:cNvPr id="36" name="report-list-2-sq-2">
            <a:extLst xmlns:a="http://schemas.openxmlformats.org/drawingml/2006/main">
              <a:ext uri="{FF2B5EF4-FFF2-40B4-BE49-F238E27FC236}">
                <a16:creationId xmlns:a16="http://schemas.microsoft.com/office/drawing/2014/main" id="{D87341DF-10BA-435B-B7E7-80D60E89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67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port-list-2-text-2">
            <a:extLst xmlns:a="http://schemas.openxmlformats.org/drawingml/2006/main">
              <a:ext uri="{FF2B5EF4-FFF2-40B4-BE49-F238E27FC236}">
                <a16:creationId xmlns:a16="http://schemas.microsoft.com/office/drawing/2014/main" id="{425C28E2-F88F-4069-862E-013D2AFE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测试覆盖与开发日志</a:t>
            </a:r>
          </a:p>
        </p:txBody>
      </p:sp>
      <p:sp>
        <p:nvSpPr>
          <p:cNvPr id="38" name="report-list-2-sq-3">
            <a:extLst xmlns:a="http://schemas.openxmlformats.org/drawingml/2006/main">
              <a:ext uri="{FF2B5EF4-FFF2-40B4-BE49-F238E27FC236}">
                <a16:creationId xmlns:a16="http://schemas.microsoft.com/office/drawing/2014/main" id="{1248293C-B222-433F-8EC1-5AC1481F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24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port-list-2-text-3">
            <a:extLst xmlns:a="http://schemas.openxmlformats.org/drawingml/2006/main">
              <a:ext uri="{FF2B5EF4-FFF2-40B4-BE49-F238E27FC236}">
                <a16:creationId xmlns:a16="http://schemas.microsoft.com/office/drawing/2014/main" id="{EC49D491-CEE9-43FB-A728-F1407B05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6732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0A0A0A"/>
                </a:solidFill>
                <a:latin typeface="Noto Sans SC"/>
                <a:ea typeface="Noto Sans SC"/>
                <a:cs typeface="Noto Sans SC"/>
              </a:rPr>
              <a:t>不足和未来计划</a:t>
            </a:r>
          </a:p>
        </p:txBody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B82F92B-5B45-4F71-8400-97606129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editable pptx · swiss style · IKB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1A89D6D-4978-4E74-A567-7F7522F6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4198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video + ppt talk + individual reports</a:t>
            </a:r>
          </a:p>
        </p:txBody>
      </p:sp>
    </p:spTree>
    <p:extLst>
      <p:ext uri="{BB962C8B-B14F-4D97-AF65-F5344CB8AC3E}">
        <p14:creationId xmlns:p14="http://schemas.microsoft.com/office/powerpoint/2010/main" val="135518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2026-06-24T18:25:50.4740000Z</dcterms:created>
  <dcterms:modified xsi:type="dcterms:W3CDTF">2026-06-24T18:25:50.4740000Z</dcterms:modified>
</coreProperties>
</file>